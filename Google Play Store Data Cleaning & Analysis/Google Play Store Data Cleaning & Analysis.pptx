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73270-F493-479F-B81F-D416ACB078AE}" type="doc">
      <dgm:prSet loTypeId="urn:microsoft.com/office/officeart/2026/layout/TextCardShortLineNumber" loCatId="textcard" qsTypeId="urn:microsoft.com/office/officeart/2005/8/quickstyle/3d1" qsCatId="3D" csTypeId="urn:microsoft.com/office/officeart/2005/8/colors/accent6_4" csCatId="accent6" phldr="1"/>
      <dgm:spPr/>
      <dgm:t>
        <a:bodyPr/>
        <a:lstStyle/>
        <a:p>
          <a:endParaRPr lang="en-IN"/>
        </a:p>
      </dgm:t>
    </dgm:pt>
    <dgm:pt modelId="{C9B4A21E-BF81-4CD8-B416-FBBEA82E1376}">
      <dgm:prSet phldrT="Title" phldr="0"/>
      <dgm:spPr/>
      <dgm:t>
        <a:bodyPr/>
        <a:lstStyle/>
        <a:p>
          <a:pPr>
            <a:defRPr b="1"/>
          </a:pPr>
          <a:r>
            <a:rPr lang="en-US" dirty="0"/>
            <a:t>Feature Engineering</a:t>
          </a:r>
          <a:endParaRPr lang="en-IN" dirty="0"/>
        </a:p>
      </dgm:t>
    </dgm:pt>
    <dgm:pt modelId="{F02EC6D4-F11A-454A-B99D-56D577F1823F}" type="parTrans" cxnId="{BE0A4734-86CA-4F28-B767-4D630B479CD7}">
      <dgm:prSet/>
      <dgm:spPr/>
      <dgm:t>
        <a:bodyPr/>
        <a:lstStyle/>
        <a:p>
          <a:endParaRPr lang="en-IN"/>
        </a:p>
      </dgm:t>
    </dgm:pt>
    <dgm:pt modelId="{64C6C23D-0089-4FC5-88D3-1C2803FE0284}" type="sibTrans" cxnId="{BE0A4734-86CA-4F28-B767-4D630B479CD7}">
      <dgm:prSet phldrT="1" phldr="0"/>
      <dgm:spPr/>
      <dgm:t>
        <a:bodyPr/>
        <a:lstStyle/>
        <a:p>
          <a:pPr>
            <a:defRPr b="1"/>
          </a:pPr>
          <a:r>
            <a:t>1</a:t>
          </a:r>
        </a:p>
      </dgm:t>
    </dgm:pt>
    <dgm:pt modelId="{E04A7B0A-9638-43B7-A947-7F2F625BCDD1}">
      <dgm:prSet phldrT="Description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New analytical features were created from the cleaned dataset.</a:t>
          </a:r>
        </a:p>
      </dgm:t>
    </dgm:pt>
    <dgm:pt modelId="{4CE57994-4E57-462A-A922-190205AE7FE9}" type="parTrans" cxnId="{B4362E6B-BF1C-41D3-9476-CFB3D0317AE4}">
      <dgm:prSet/>
      <dgm:spPr/>
      <dgm:t>
        <a:bodyPr/>
        <a:lstStyle/>
        <a:p>
          <a:endParaRPr lang="en-IN"/>
        </a:p>
      </dgm:t>
    </dgm:pt>
    <dgm:pt modelId="{81EFC625-90A1-479E-A2DA-4ECBD5F63E9B}" type="sibTrans" cxnId="{B4362E6B-BF1C-41D3-9476-CFB3D0317AE4}">
      <dgm:prSet/>
      <dgm:spPr/>
      <dgm:t>
        <a:bodyPr/>
        <a:lstStyle/>
        <a:p>
          <a:endParaRPr lang="en-IN"/>
        </a:p>
      </dgm:t>
    </dgm:pt>
    <dgm:pt modelId="{E71CFE9F-765F-49E6-A706-193B82A3152A}">
      <dgm:prSet phldrT="Title"/>
      <dgm:spPr/>
      <dgm:t>
        <a:bodyPr/>
        <a:lstStyle/>
        <a:p>
          <a:pPr>
            <a:defRPr b="1"/>
          </a:pPr>
          <a:r>
            <a:rPr lang="en-IN" b="1" dirty="0"/>
            <a:t>Created features</a:t>
          </a:r>
        </a:p>
        <a:p>
          <a:pPr>
            <a:defRPr b="1"/>
          </a:pPr>
          <a:r>
            <a:rPr lang="en-IN" b="1" dirty="0"/>
            <a:t>Size_MB</a:t>
          </a:r>
          <a:endParaRPr lang="en-IN" dirty="0"/>
        </a:p>
      </dgm:t>
    </dgm:pt>
    <dgm:pt modelId="{2A0CD116-B163-4C33-B84C-8487095CE876}" type="parTrans" cxnId="{FEC7C550-9D3D-4437-999B-79DE1DCAF3B8}">
      <dgm:prSet/>
      <dgm:spPr/>
      <dgm:t>
        <a:bodyPr/>
        <a:lstStyle/>
        <a:p>
          <a:endParaRPr lang="en-IN"/>
        </a:p>
      </dgm:t>
    </dgm:pt>
    <dgm:pt modelId="{A6FEB717-E6D4-4254-B945-886160BAA6F0}" type="sibTrans" cxnId="{FEC7C550-9D3D-4437-999B-79DE1DCAF3B8}">
      <dgm:prSet phldrT="2" phldr="0"/>
      <dgm:spPr/>
      <dgm:t>
        <a:bodyPr/>
        <a:lstStyle/>
        <a:p>
          <a:pPr>
            <a:defRPr b="1"/>
          </a:pPr>
          <a:r>
            <a:t>2</a:t>
          </a:r>
        </a:p>
      </dgm:t>
    </dgm:pt>
    <dgm:pt modelId="{97117088-4F0B-4EBE-A214-2AF673386E84}">
      <dgm:prSet phldrT="Description"/>
      <dgm:spPr/>
      <dgm:t>
        <a:bodyPr/>
        <a:lstStyle/>
        <a:p>
          <a:r>
            <a:rPr lang="en-IN" dirty="0"/>
            <a:t>Converted application size into a common MB unit.</a:t>
          </a:r>
        </a:p>
      </dgm:t>
    </dgm:pt>
    <dgm:pt modelId="{00009695-6BF3-4037-A3BB-E345E74B54BC}" type="parTrans" cxnId="{14CB1583-448E-4AC7-9A5D-0E0761718537}">
      <dgm:prSet/>
      <dgm:spPr/>
      <dgm:t>
        <a:bodyPr/>
        <a:lstStyle/>
        <a:p>
          <a:endParaRPr lang="en-IN"/>
        </a:p>
      </dgm:t>
    </dgm:pt>
    <dgm:pt modelId="{8B51125C-BE42-463F-AAAC-3D727B97F5F0}" type="sibTrans" cxnId="{14CB1583-448E-4AC7-9A5D-0E0761718537}">
      <dgm:prSet/>
      <dgm:spPr/>
      <dgm:t>
        <a:bodyPr/>
        <a:lstStyle/>
        <a:p>
          <a:endParaRPr lang="en-IN"/>
        </a:p>
      </dgm:t>
    </dgm:pt>
    <dgm:pt modelId="{D41AD1DC-C2FC-4254-9696-91EDFC1D6AE5}">
      <dgm:prSet phldrT="Title"/>
      <dgm:spPr/>
      <dgm:t>
        <a:bodyPr/>
        <a:lstStyle/>
        <a:p>
          <a:pPr>
            <a:defRPr b="1"/>
          </a:pPr>
          <a:r>
            <a:rPr lang="en-IN" dirty="0"/>
            <a:t>Updated Year</a:t>
          </a:r>
        </a:p>
      </dgm:t>
    </dgm:pt>
    <dgm:pt modelId="{CAC286CB-7BB2-473F-B3C1-430F7102488C}" type="parTrans" cxnId="{BB705E49-6DDD-4039-8D98-D7BBADA153A7}">
      <dgm:prSet/>
      <dgm:spPr/>
      <dgm:t>
        <a:bodyPr/>
        <a:lstStyle/>
        <a:p>
          <a:endParaRPr lang="en-IN"/>
        </a:p>
      </dgm:t>
    </dgm:pt>
    <dgm:pt modelId="{B50A1FEE-ED84-4383-8D78-188FE774FA3F}" type="sibTrans" cxnId="{BB705E49-6DDD-4039-8D98-D7BBADA153A7}">
      <dgm:prSet phldrT="3" phldr="0"/>
      <dgm:spPr/>
      <dgm:t>
        <a:bodyPr/>
        <a:lstStyle/>
        <a:p>
          <a:pPr>
            <a:defRPr b="1"/>
          </a:pPr>
          <a:r>
            <a:rPr dirty="0"/>
            <a:t>3</a:t>
          </a:r>
        </a:p>
      </dgm:t>
    </dgm:pt>
    <dgm:pt modelId="{2221B47B-9DC1-458A-899E-50FFEEC088F3}">
      <dgm:prSet phldrT="Description"/>
      <dgm:spPr/>
      <dgm:t>
        <a:bodyPr/>
        <a:lstStyle/>
        <a:p>
          <a:r>
            <a:rPr lang="en-IN" dirty="0"/>
            <a:t>Extracted the year from the Last Updated column.</a:t>
          </a:r>
        </a:p>
      </dgm:t>
    </dgm:pt>
    <dgm:pt modelId="{497DCAD8-B071-47A8-985B-379B2C5D5B69}" type="parTrans" cxnId="{00917D15-E04C-4F80-9CF9-605824E208C9}">
      <dgm:prSet/>
      <dgm:spPr/>
      <dgm:t>
        <a:bodyPr/>
        <a:lstStyle/>
        <a:p>
          <a:endParaRPr lang="en-IN"/>
        </a:p>
      </dgm:t>
    </dgm:pt>
    <dgm:pt modelId="{2DF6FF4E-6D0F-4FC5-8A33-0E5B3AAD0612}" type="sibTrans" cxnId="{00917D15-E04C-4F80-9CF9-605824E208C9}">
      <dgm:prSet/>
      <dgm:spPr/>
      <dgm:t>
        <a:bodyPr/>
        <a:lstStyle/>
        <a:p>
          <a:endParaRPr lang="en-IN"/>
        </a:p>
      </dgm:t>
    </dgm:pt>
    <dgm:pt modelId="{CD7ECD91-6519-4AF7-89D0-46742B89E591}">
      <dgm:prSet phldrT="Title"/>
      <dgm:spPr/>
      <dgm:t>
        <a:bodyPr/>
        <a:lstStyle/>
        <a:p>
          <a:pPr>
            <a:defRPr b="1"/>
          </a:pPr>
          <a:r>
            <a:rPr lang="en-US" dirty="0"/>
            <a:t>Updated Month</a:t>
          </a:r>
          <a:endParaRPr lang="en-IN" dirty="0"/>
        </a:p>
      </dgm:t>
    </dgm:pt>
    <dgm:pt modelId="{BD19EA48-0FA6-4A01-AE24-C8EA07B19015}" type="parTrans" cxnId="{930A90F7-11F7-4DD3-A1F3-A5D69978FB44}">
      <dgm:prSet/>
      <dgm:spPr/>
      <dgm:t>
        <a:bodyPr/>
        <a:lstStyle/>
        <a:p>
          <a:endParaRPr lang="en-IN"/>
        </a:p>
      </dgm:t>
    </dgm:pt>
    <dgm:pt modelId="{4E84ABE8-9627-412A-A5AE-665E4D4B65C0}" type="sibTrans" cxnId="{930A90F7-11F7-4DD3-A1F3-A5D69978FB44}">
      <dgm:prSet phldrT="4" phldr="0"/>
      <dgm:spPr/>
      <dgm:t>
        <a:bodyPr/>
        <a:lstStyle/>
        <a:p>
          <a:pPr>
            <a:defRPr b="1"/>
          </a:pPr>
          <a:r>
            <a:rPr lang="en-IN"/>
            <a:t>4</a:t>
          </a:r>
        </a:p>
      </dgm:t>
    </dgm:pt>
    <dgm:pt modelId="{C6C62BF6-8CE9-4767-B918-E758C519F291}">
      <dgm:prSet phldrT="Description"/>
      <dgm:spPr/>
      <dgm:t>
        <a:bodyPr/>
        <a:lstStyle/>
        <a:p>
          <a:r>
            <a:rPr lang="en-IN" dirty="0"/>
            <a:t>Extracted the month from the Last Updated column.</a:t>
          </a:r>
        </a:p>
        <a:p>
          <a:pPr>
            <a:buNone/>
          </a:pPr>
          <a:endParaRPr lang="en-IN" dirty="0"/>
        </a:p>
      </dgm:t>
    </dgm:pt>
    <dgm:pt modelId="{E690C3B9-D640-45EE-8315-18A3C9E8D5BB}" type="parTrans" cxnId="{660FEC33-4F1F-478D-943F-5455BD630340}">
      <dgm:prSet/>
      <dgm:spPr/>
      <dgm:t>
        <a:bodyPr/>
        <a:lstStyle/>
        <a:p>
          <a:endParaRPr lang="en-IN"/>
        </a:p>
      </dgm:t>
    </dgm:pt>
    <dgm:pt modelId="{6F148F0D-882C-4371-8CFC-2FD40B3AD4C1}" type="sibTrans" cxnId="{660FEC33-4F1F-478D-943F-5455BD630340}">
      <dgm:prSet/>
      <dgm:spPr/>
      <dgm:t>
        <a:bodyPr/>
        <a:lstStyle/>
        <a:p>
          <a:endParaRPr lang="en-IN"/>
        </a:p>
      </dgm:t>
    </dgm:pt>
    <dgm:pt modelId="{7EB5C3F2-5C94-4909-A961-4AF3B5BEF2AA}" type="pres">
      <dgm:prSet presAssocID="{18573270-F493-479F-B81F-D416ACB078AE}" presName="root" presStyleCnt="0">
        <dgm:presLayoutVars>
          <dgm:dir/>
          <dgm:resizeHandles val="exact"/>
        </dgm:presLayoutVars>
      </dgm:prSet>
      <dgm:spPr/>
    </dgm:pt>
    <dgm:pt modelId="{4E190078-8CA1-4B56-A4CC-CFA1A620F26F}" type="pres">
      <dgm:prSet presAssocID="{C9B4A21E-BF81-4CD8-B416-FBBEA82E1376}" presName="compNode" presStyleCnt="0"/>
      <dgm:spPr/>
    </dgm:pt>
    <dgm:pt modelId="{B7DEE6AB-AF42-4596-9BCD-AE549E051110}" type="pres">
      <dgm:prSet presAssocID="{C9B4A21E-BF81-4CD8-B416-FBBEA82E1376}" presName="accentLine" presStyleLbl="dkBgShp" presStyleIdx="0" presStyleCnt="4"/>
      <dgm:spPr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3B1E7D74-A163-4DDB-9093-49F7CABF5355}" type="pres">
      <dgm:prSet presAssocID="{64C6C23D-0089-4FC5-88D3-1C2803FE0284}" presName="numberText" presStyleLbl="revTx" presStyleIdx="0" presStyleCnt="12">
        <dgm:presLayoutVars>
          <dgm:chMax val="0"/>
          <dgm:chPref val="0"/>
          <dgm:bulletEnabled/>
        </dgm:presLayoutVars>
      </dgm:prSet>
      <dgm:spPr/>
    </dgm:pt>
    <dgm:pt modelId="{9E923609-0220-4DE0-9D55-D950FDC97B5A}" type="pres">
      <dgm:prSet presAssocID="{C9B4A21E-BF81-4CD8-B416-FBBEA82E1376}" presName="titleText" presStyleLbl="revTx" presStyleIdx="1" presStyleCnt="12">
        <dgm:presLayoutVars>
          <dgm:chMax val="0"/>
          <dgm:chPref val="0"/>
        </dgm:presLayoutVars>
      </dgm:prSet>
      <dgm:spPr/>
    </dgm:pt>
    <dgm:pt modelId="{0931B08C-3274-4A45-9CA7-CA58C93CD9C9}" type="pres">
      <dgm:prSet presAssocID="{C9B4A21E-BF81-4CD8-B416-FBBEA82E1376}" presName="bodyText" presStyleLbl="revTx" presStyleIdx="2" presStyleCnt="12">
        <dgm:presLayoutVars>
          <dgm:chMax val="0"/>
          <dgm:chPref val="0"/>
        </dgm:presLayoutVars>
      </dgm:prSet>
      <dgm:spPr/>
    </dgm:pt>
    <dgm:pt modelId="{834FE46C-AEEE-4AB2-8FA2-3356C93959F4}" type="pres">
      <dgm:prSet presAssocID="{64C6C23D-0089-4FC5-88D3-1C2803FE0284}" presName="sibTrans" presStyleCnt="0"/>
      <dgm:spPr/>
    </dgm:pt>
    <dgm:pt modelId="{320C9978-E379-4EB3-9C79-11771A243488}" type="pres">
      <dgm:prSet presAssocID="{E71CFE9F-765F-49E6-A706-193B82A3152A}" presName="compNode" presStyleCnt="0"/>
      <dgm:spPr/>
    </dgm:pt>
    <dgm:pt modelId="{6C760C0B-9356-4573-A6F5-D3936328AA86}" type="pres">
      <dgm:prSet presAssocID="{E71CFE9F-765F-49E6-A706-193B82A3152A}" presName="accentLine" presStyleLbl="dkBgShp" presStyleIdx="1" presStyleCnt="4"/>
      <dgm:spPr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CB50873-8C95-419A-AA86-119F94DCDEAD}" type="pres">
      <dgm:prSet presAssocID="{A6FEB717-E6D4-4254-B945-886160BAA6F0}" presName="numberText" presStyleLbl="revTx" presStyleIdx="3" presStyleCnt="12">
        <dgm:presLayoutVars>
          <dgm:chMax val="0"/>
          <dgm:chPref val="0"/>
          <dgm:bulletEnabled/>
        </dgm:presLayoutVars>
      </dgm:prSet>
      <dgm:spPr/>
    </dgm:pt>
    <dgm:pt modelId="{1A1FB7A2-7E7E-4304-A350-3EBF15902CF0}" type="pres">
      <dgm:prSet presAssocID="{E71CFE9F-765F-49E6-A706-193B82A3152A}" presName="titleText" presStyleLbl="revTx" presStyleIdx="4" presStyleCnt="12">
        <dgm:presLayoutVars>
          <dgm:chMax val="0"/>
          <dgm:chPref val="0"/>
        </dgm:presLayoutVars>
      </dgm:prSet>
      <dgm:spPr/>
    </dgm:pt>
    <dgm:pt modelId="{186F0A08-D289-4D73-A29A-34EF2B9CED93}" type="pres">
      <dgm:prSet presAssocID="{E71CFE9F-765F-49E6-A706-193B82A3152A}" presName="bodyText" presStyleLbl="revTx" presStyleIdx="5" presStyleCnt="12">
        <dgm:presLayoutVars>
          <dgm:chMax val="0"/>
          <dgm:chPref val="0"/>
        </dgm:presLayoutVars>
      </dgm:prSet>
      <dgm:spPr/>
    </dgm:pt>
    <dgm:pt modelId="{B7848E06-3A28-4938-8019-7FAE053B18E5}" type="pres">
      <dgm:prSet presAssocID="{A6FEB717-E6D4-4254-B945-886160BAA6F0}" presName="sibTrans" presStyleCnt="0"/>
      <dgm:spPr/>
    </dgm:pt>
    <dgm:pt modelId="{3DD8C4B7-5954-4F94-830D-4C46152CADEA}" type="pres">
      <dgm:prSet presAssocID="{D41AD1DC-C2FC-4254-9696-91EDFC1D6AE5}" presName="compNode" presStyleCnt="0"/>
      <dgm:spPr/>
    </dgm:pt>
    <dgm:pt modelId="{23458977-EB48-4D7D-8A7F-BCB2F52D0B5A}" type="pres">
      <dgm:prSet presAssocID="{D41AD1DC-C2FC-4254-9696-91EDFC1D6AE5}" presName="accentLine" presStyleLbl="dkBgShp" presStyleIdx="2" presStyleCnt="4"/>
      <dgm:spPr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AF35625B-FFC3-4A6E-BE86-E558EAEF3872}" type="pres">
      <dgm:prSet presAssocID="{B50A1FEE-ED84-4383-8D78-188FE774FA3F}" presName="numberText" presStyleLbl="revTx" presStyleIdx="6" presStyleCnt="12">
        <dgm:presLayoutVars>
          <dgm:chMax val="0"/>
          <dgm:chPref val="0"/>
          <dgm:bulletEnabled/>
        </dgm:presLayoutVars>
      </dgm:prSet>
      <dgm:spPr/>
    </dgm:pt>
    <dgm:pt modelId="{8278BB0F-AD1F-413C-A8A1-F7C815DEBBD7}" type="pres">
      <dgm:prSet presAssocID="{D41AD1DC-C2FC-4254-9696-91EDFC1D6AE5}" presName="titleText" presStyleLbl="revTx" presStyleIdx="7" presStyleCnt="12">
        <dgm:presLayoutVars>
          <dgm:chMax val="0"/>
          <dgm:chPref val="0"/>
        </dgm:presLayoutVars>
      </dgm:prSet>
      <dgm:spPr/>
    </dgm:pt>
    <dgm:pt modelId="{1AE4E4F1-17A1-4531-AC74-41F06809647C}" type="pres">
      <dgm:prSet presAssocID="{D41AD1DC-C2FC-4254-9696-91EDFC1D6AE5}" presName="bodyText" presStyleLbl="revTx" presStyleIdx="8" presStyleCnt="12">
        <dgm:presLayoutVars>
          <dgm:chMax val="0"/>
          <dgm:chPref val="0"/>
        </dgm:presLayoutVars>
      </dgm:prSet>
      <dgm:spPr/>
    </dgm:pt>
    <dgm:pt modelId="{08B1885E-45D6-4D61-8A6C-94E57E372736}" type="pres">
      <dgm:prSet presAssocID="{B50A1FEE-ED84-4383-8D78-188FE774FA3F}" presName="sibTrans" presStyleCnt="0"/>
      <dgm:spPr/>
    </dgm:pt>
    <dgm:pt modelId="{6B4F2026-801E-4FE4-B59D-3E0C9F5AB0B5}" type="pres">
      <dgm:prSet presAssocID="{CD7ECD91-6519-4AF7-89D0-46742B89E591}" presName="compNode" presStyleCnt="0"/>
      <dgm:spPr/>
    </dgm:pt>
    <dgm:pt modelId="{EFBE1EA9-E73C-4D6A-8CEE-D8C13B9F03C0}" type="pres">
      <dgm:prSet presAssocID="{CD7ECD91-6519-4AF7-89D0-46742B89E591}" presName="accentLine" presStyleLbl="dkBgShp" presStyleIdx="3" presStyleCnt="4"/>
      <dgm:spPr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0EF92FB8-EDAB-4B9F-A80B-6DBDDEE2D454}" type="pres">
      <dgm:prSet presAssocID="{4E84ABE8-9627-412A-A5AE-665E4D4B65C0}" presName="numberText" presStyleLbl="revTx" presStyleIdx="9" presStyleCnt="12">
        <dgm:presLayoutVars>
          <dgm:chMax val="0"/>
          <dgm:chPref val="0"/>
          <dgm:bulletEnabled/>
        </dgm:presLayoutVars>
      </dgm:prSet>
      <dgm:spPr/>
    </dgm:pt>
    <dgm:pt modelId="{7C79D11D-0AF4-4BA8-AB91-224A5A3E52D8}" type="pres">
      <dgm:prSet presAssocID="{CD7ECD91-6519-4AF7-89D0-46742B89E591}" presName="titleText" presStyleLbl="revTx" presStyleIdx="10" presStyleCnt="12">
        <dgm:presLayoutVars>
          <dgm:chMax val="0"/>
          <dgm:chPref val="0"/>
        </dgm:presLayoutVars>
      </dgm:prSet>
      <dgm:spPr/>
    </dgm:pt>
    <dgm:pt modelId="{C8BA3E0D-E962-46CC-A8A3-05CF160A7DEF}" type="pres">
      <dgm:prSet presAssocID="{CD7ECD91-6519-4AF7-89D0-46742B89E591}" presName="bodyText" presStyleLbl="revTx" presStyleIdx="11" presStyleCnt="12">
        <dgm:presLayoutVars>
          <dgm:chMax val="0"/>
          <dgm:chPref val="0"/>
        </dgm:presLayoutVars>
      </dgm:prSet>
      <dgm:spPr/>
    </dgm:pt>
  </dgm:ptLst>
  <dgm:cxnLst>
    <dgm:cxn modelId="{2BB63D03-169C-4E04-BC9A-455DE03E3A9E}" type="presOf" srcId="{18573270-F493-479F-B81F-D416ACB078AE}" destId="{7EB5C3F2-5C94-4909-A961-4AF3B5BEF2AA}" srcOrd="0" destOrd="0" presId="urn:microsoft.com/office/officeart/2026/layout/TextCardShortLineNumber"/>
    <dgm:cxn modelId="{35EE220A-D3A9-471E-B7A2-A04ACD72F141}" type="presOf" srcId="{E71CFE9F-765F-49E6-A706-193B82A3152A}" destId="{1A1FB7A2-7E7E-4304-A350-3EBF15902CF0}" srcOrd="0" destOrd="0" presId="urn:microsoft.com/office/officeart/2026/layout/TextCardShortLineNumber"/>
    <dgm:cxn modelId="{80448D0F-C357-44C6-9E92-F6F3CC9B5B3D}" type="presOf" srcId="{C6C62BF6-8CE9-4767-B918-E758C519F291}" destId="{C8BA3E0D-E962-46CC-A8A3-05CF160A7DEF}" srcOrd="0" destOrd="0" presId="urn:microsoft.com/office/officeart/2026/layout/TextCardShortLineNumber"/>
    <dgm:cxn modelId="{00917D15-E04C-4F80-9CF9-605824E208C9}" srcId="{D41AD1DC-C2FC-4254-9696-91EDFC1D6AE5}" destId="{2221B47B-9DC1-458A-899E-50FFEEC088F3}" srcOrd="0" destOrd="0" parTransId="{497DCAD8-B071-47A8-985B-379B2C5D5B69}" sibTransId="{2DF6FF4E-6D0F-4FC5-8A33-0E5B3AAD0612}"/>
    <dgm:cxn modelId="{CC6CE329-531A-42D6-9DC5-A4648A50372E}" type="presOf" srcId="{2221B47B-9DC1-458A-899E-50FFEEC088F3}" destId="{1AE4E4F1-17A1-4531-AC74-41F06809647C}" srcOrd="0" destOrd="0" presId="urn:microsoft.com/office/officeart/2026/layout/TextCardShortLineNumber"/>
    <dgm:cxn modelId="{CF8CF932-05AA-4DE6-8804-CD1BB0DC3250}" type="presOf" srcId="{C9B4A21E-BF81-4CD8-B416-FBBEA82E1376}" destId="{9E923609-0220-4DE0-9D55-D950FDC97B5A}" srcOrd="0" destOrd="0" presId="urn:microsoft.com/office/officeart/2026/layout/TextCardShortLineNumber"/>
    <dgm:cxn modelId="{660FEC33-4F1F-478D-943F-5455BD630340}" srcId="{CD7ECD91-6519-4AF7-89D0-46742B89E591}" destId="{C6C62BF6-8CE9-4767-B918-E758C519F291}" srcOrd="0" destOrd="0" parTransId="{E690C3B9-D640-45EE-8315-18A3C9E8D5BB}" sibTransId="{6F148F0D-882C-4371-8CFC-2FD40B3AD4C1}"/>
    <dgm:cxn modelId="{BE0A4734-86CA-4F28-B767-4D630B479CD7}" srcId="{18573270-F493-479F-B81F-D416ACB078AE}" destId="{C9B4A21E-BF81-4CD8-B416-FBBEA82E1376}" srcOrd="0" destOrd="0" parTransId="{F02EC6D4-F11A-454A-B99D-56D577F1823F}" sibTransId="{64C6C23D-0089-4FC5-88D3-1C2803FE0284}"/>
    <dgm:cxn modelId="{115CC55F-DF14-41EC-BBA1-036AE35D13AC}" type="presOf" srcId="{97117088-4F0B-4EBE-A214-2AF673386E84}" destId="{186F0A08-D289-4D73-A29A-34EF2B9CED93}" srcOrd="0" destOrd="0" presId="urn:microsoft.com/office/officeart/2026/layout/TextCardShortLineNumber"/>
    <dgm:cxn modelId="{BB705E49-6DDD-4039-8D98-D7BBADA153A7}" srcId="{18573270-F493-479F-B81F-D416ACB078AE}" destId="{D41AD1DC-C2FC-4254-9696-91EDFC1D6AE5}" srcOrd="2" destOrd="0" parTransId="{CAC286CB-7BB2-473F-B3C1-430F7102488C}" sibTransId="{B50A1FEE-ED84-4383-8D78-188FE774FA3F}"/>
    <dgm:cxn modelId="{B4362E6B-BF1C-41D3-9476-CFB3D0317AE4}" srcId="{C9B4A21E-BF81-4CD8-B416-FBBEA82E1376}" destId="{E04A7B0A-9638-43B7-A947-7F2F625BCDD1}" srcOrd="0" destOrd="0" parTransId="{4CE57994-4E57-462A-A922-190205AE7FE9}" sibTransId="{81EFC625-90A1-479E-A2DA-4ECBD5F63E9B}"/>
    <dgm:cxn modelId="{FEC7C550-9D3D-4437-999B-79DE1DCAF3B8}" srcId="{18573270-F493-479F-B81F-D416ACB078AE}" destId="{E71CFE9F-765F-49E6-A706-193B82A3152A}" srcOrd="1" destOrd="0" parTransId="{2A0CD116-B163-4C33-B84C-8487095CE876}" sibTransId="{A6FEB717-E6D4-4254-B945-886160BAA6F0}"/>
    <dgm:cxn modelId="{C871B172-5637-4E3F-A384-6930294F647B}" type="presOf" srcId="{64C6C23D-0089-4FC5-88D3-1C2803FE0284}" destId="{3B1E7D74-A163-4DDB-9093-49F7CABF5355}" srcOrd="0" destOrd="0" presId="urn:microsoft.com/office/officeart/2026/layout/TextCardShortLineNumber"/>
    <dgm:cxn modelId="{12C92C5A-D9F0-4968-9641-0DFB86F9F02C}" type="presOf" srcId="{B50A1FEE-ED84-4383-8D78-188FE774FA3F}" destId="{AF35625B-FFC3-4A6E-BE86-E558EAEF3872}" srcOrd="0" destOrd="0" presId="urn:microsoft.com/office/officeart/2026/layout/TextCardShortLineNumber"/>
    <dgm:cxn modelId="{26918182-7F35-4E86-8E1E-EA9EBB9FE2EC}" type="presOf" srcId="{E04A7B0A-9638-43B7-A947-7F2F625BCDD1}" destId="{0931B08C-3274-4A45-9CA7-CA58C93CD9C9}" srcOrd="0" destOrd="0" presId="urn:microsoft.com/office/officeart/2026/layout/TextCardShortLineNumber"/>
    <dgm:cxn modelId="{14CB1583-448E-4AC7-9A5D-0E0761718537}" srcId="{E71CFE9F-765F-49E6-A706-193B82A3152A}" destId="{97117088-4F0B-4EBE-A214-2AF673386E84}" srcOrd="0" destOrd="0" parTransId="{00009695-6BF3-4037-A3BB-E345E74B54BC}" sibTransId="{8B51125C-BE42-463F-AAAC-3D727B97F5F0}"/>
    <dgm:cxn modelId="{17135483-A581-4371-8D0E-CD81BB782A3E}" type="presOf" srcId="{D41AD1DC-C2FC-4254-9696-91EDFC1D6AE5}" destId="{8278BB0F-AD1F-413C-A8A1-F7C815DEBBD7}" srcOrd="0" destOrd="0" presId="urn:microsoft.com/office/officeart/2026/layout/TextCardShortLineNumber"/>
    <dgm:cxn modelId="{9451E399-E001-4BAA-B4A0-BEF8E34CB2E0}" type="presOf" srcId="{CD7ECD91-6519-4AF7-89D0-46742B89E591}" destId="{7C79D11D-0AF4-4BA8-AB91-224A5A3E52D8}" srcOrd="0" destOrd="0" presId="urn:microsoft.com/office/officeart/2026/layout/TextCardShortLineNumber"/>
    <dgm:cxn modelId="{49A5B4DB-3736-4BE6-8945-DF4027FCEF5B}" type="presOf" srcId="{A6FEB717-E6D4-4254-B945-886160BAA6F0}" destId="{1CB50873-8C95-419A-AA86-119F94DCDEAD}" srcOrd="0" destOrd="0" presId="urn:microsoft.com/office/officeart/2026/layout/TextCardShortLineNumber"/>
    <dgm:cxn modelId="{69226EEF-63BF-4428-B3DE-61E7829E851D}" type="presOf" srcId="{4E84ABE8-9627-412A-A5AE-665E4D4B65C0}" destId="{0EF92FB8-EDAB-4B9F-A80B-6DBDDEE2D454}" srcOrd="0" destOrd="0" presId="urn:microsoft.com/office/officeart/2026/layout/TextCardShortLineNumber"/>
    <dgm:cxn modelId="{930A90F7-11F7-4DD3-A1F3-A5D69978FB44}" srcId="{18573270-F493-479F-B81F-D416ACB078AE}" destId="{CD7ECD91-6519-4AF7-89D0-46742B89E591}" srcOrd="3" destOrd="0" parTransId="{BD19EA48-0FA6-4A01-AE24-C8EA07B19015}" sibTransId="{4E84ABE8-9627-412A-A5AE-665E4D4B65C0}"/>
    <dgm:cxn modelId="{D1E02669-B850-4358-9B37-4A4CB39B588C}" type="presParOf" srcId="{7EB5C3F2-5C94-4909-A961-4AF3B5BEF2AA}" destId="{4E190078-8CA1-4B56-A4CC-CFA1A620F26F}" srcOrd="0" destOrd="0" presId="urn:microsoft.com/office/officeart/2026/layout/TextCardShortLineNumber"/>
    <dgm:cxn modelId="{A9C28A5F-D578-47C1-82B4-7F56E2882E8D}" type="presParOf" srcId="{4E190078-8CA1-4B56-A4CC-CFA1A620F26F}" destId="{B7DEE6AB-AF42-4596-9BCD-AE549E051110}" srcOrd="0" destOrd="0" presId="urn:microsoft.com/office/officeart/2026/layout/TextCardShortLineNumber"/>
    <dgm:cxn modelId="{38021A1A-2D9A-4B69-8A6D-56E3F994C6DE}" type="presParOf" srcId="{4E190078-8CA1-4B56-A4CC-CFA1A620F26F}" destId="{3B1E7D74-A163-4DDB-9093-49F7CABF5355}" srcOrd="1" destOrd="0" presId="urn:microsoft.com/office/officeart/2026/layout/TextCardShortLineNumber"/>
    <dgm:cxn modelId="{159B032D-46F5-482B-9388-ACB8A4FEA78D}" type="presParOf" srcId="{4E190078-8CA1-4B56-A4CC-CFA1A620F26F}" destId="{9E923609-0220-4DE0-9D55-D950FDC97B5A}" srcOrd="2" destOrd="0" presId="urn:microsoft.com/office/officeart/2026/layout/TextCardShortLineNumber"/>
    <dgm:cxn modelId="{15AEDEC2-9CCC-4F3D-96F2-8077AFE4FB4A}" type="presParOf" srcId="{4E190078-8CA1-4B56-A4CC-CFA1A620F26F}" destId="{0931B08C-3274-4A45-9CA7-CA58C93CD9C9}" srcOrd="3" destOrd="0" presId="urn:microsoft.com/office/officeart/2026/layout/TextCardShortLineNumber"/>
    <dgm:cxn modelId="{60FDED98-891F-4917-BF1C-98ABED6BDC83}" type="presParOf" srcId="{7EB5C3F2-5C94-4909-A961-4AF3B5BEF2AA}" destId="{834FE46C-AEEE-4AB2-8FA2-3356C93959F4}" srcOrd="1" destOrd="0" presId="urn:microsoft.com/office/officeart/2026/layout/TextCardShortLineNumber"/>
    <dgm:cxn modelId="{AC92CD45-9484-45BA-9024-69E686454829}" type="presParOf" srcId="{7EB5C3F2-5C94-4909-A961-4AF3B5BEF2AA}" destId="{320C9978-E379-4EB3-9C79-11771A243488}" srcOrd="2" destOrd="0" presId="urn:microsoft.com/office/officeart/2026/layout/TextCardShortLineNumber"/>
    <dgm:cxn modelId="{CC69FE9F-1391-4FD7-9133-1642DCAF324D}" type="presParOf" srcId="{320C9978-E379-4EB3-9C79-11771A243488}" destId="{6C760C0B-9356-4573-A6F5-D3936328AA86}" srcOrd="0" destOrd="0" presId="urn:microsoft.com/office/officeart/2026/layout/TextCardShortLineNumber"/>
    <dgm:cxn modelId="{63297FA6-3528-44FE-9529-57D0731FC242}" type="presParOf" srcId="{320C9978-E379-4EB3-9C79-11771A243488}" destId="{1CB50873-8C95-419A-AA86-119F94DCDEAD}" srcOrd="1" destOrd="0" presId="urn:microsoft.com/office/officeart/2026/layout/TextCardShortLineNumber"/>
    <dgm:cxn modelId="{AECAF936-BDEB-457C-8107-35FFC088C55C}" type="presParOf" srcId="{320C9978-E379-4EB3-9C79-11771A243488}" destId="{1A1FB7A2-7E7E-4304-A350-3EBF15902CF0}" srcOrd="2" destOrd="0" presId="urn:microsoft.com/office/officeart/2026/layout/TextCardShortLineNumber"/>
    <dgm:cxn modelId="{F9DD77FE-D92C-4EAB-B62C-2458074AD6EA}" type="presParOf" srcId="{320C9978-E379-4EB3-9C79-11771A243488}" destId="{186F0A08-D289-4D73-A29A-34EF2B9CED93}" srcOrd="3" destOrd="0" presId="urn:microsoft.com/office/officeart/2026/layout/TextCardShortLineNumber"/>
    <dgm:cxn modelId="{19C72ACA-D364-4277-81DB-36D9532F809C}" type="presParOf" srcId="{7EB5C3F2-5C94-4909-A961-4AF3B5BEF2AA}" destId="{B7848E06-3A28-4938-8019-7FAE053B18E5}" srcOrd="3" destOrd="0" presId="urn:microsoft.com/office/officeart/2026/layout/TextCardShortLineNumber"/>
    <dgm:cxn modelId="{BC576A06-BE22-45D1-90E5-A837AA3893B1}" type="presParOf" srcId="{7EB5C3F2-5C94-4909-A961-4AF3B5BEF2AA}" destId="{3DD8C4B7-5954-4F94-830D-4C46152CADEA}" srcOrd="4" destOrd="0" presId="urn:microsoft.com/office/officeart/2026/layout/TextCardShortLineNumber"/>
    <dgm:cxn modelId="{5D80F214-4967-436D-9A99-1BD0E9BA1CD5}" type="presParOf" srcId="{3DD8C4B7-5954-4F94-830D-4C46152CADEA}" destId="{23458977-EB48-4D7D-8A7F-BCB2F52D0B5A}" srcOrd="0" destOrd="0" presId="urn:microsoft.com/office/officeart/2026/layout/TextCardShortLineNumber"/>
    <dgm:cxn modelId="{BEC94CCA-9D84-4EAB-8AFA-02799A8EB61C}" type="presParOf" srcId="{3DD8C4B7-5954-4F94-830D-4C46152CADEA}" destId="{AF35625B-FFC3-4A6E-BE86-E558EAEF3872}" srcOrd="1" destOrd="0" presId="urn:microsoft.com/office/officeart/2026/layout/TextCardShortLineNumber"/>
    <dgm:cxn modelId="{6B19DBFF-4967-48C9-BFFF-4B0761459F32}" type="presParOf" srcId="{3DD8C4B7-5954-4F94-830D-4C46152CADEA}" destId="{8278BB0F-AD1F-413C-A8A1-F7C815DEBBD7}" srcOrd="2" destOrd="0" presId="urn:microsoft.com/office/officeart/2026/layout/TextCardShortLineNumber"/>
    <dgm:cxn modelId="{D4460DBF-7664-4BFC-9213-731BE94F5B9F}" type="presParOf" srcId="{3DD8C4B7-5954-4F94-830D-4C46152CADEA}" destId="{1AE4E4F1-17A1-4531-AC74-41F06809647C}" srcOrd="3" destOrd="0" presId="urn:microsoft.com/office/officeart/2026/layout/TextCardShortLineNumber"/>
    <dgm:cxn modelId="{0E91674D-FA35-4004-9DC4-DB82FC4FFE75}" type="presParOf" srcId="{7EB5C3F2-5C94-4909-A961-4AF3B5BEF2AA}" destId="{08B1885E-45D6-4D61-8A6C-94E57E372736}" srcOrd="5" destOrd="0" presId="urn:microsoft.com/office/officeart/2026/layout/TextCardShortLineNumber"/>
    <dgm:cxn modelId="{623F49E5-4DDE-430C-8D1C-93E3B9912B18}" type="presParOf" srcId="{7EB5C3F2-5C94-4909-A961-4AF3B5BEF2AA}" destId="{6B4F2026-801E-4FE4-B59D-3E0C9F5AB0B5}" srcOrd="6" destOrd="0" presId="urn:microsoft.com/office/officeart/2026/layout/TextCardShortLineNumber"/>
    <dgm:cxn modelId="{F4EDC3E1-207B-4C82-A838-5714F51B4439}" type="presParOf" srcId="{6B4F2026-801E-4FE4-B59D-3E0C9F5AB0B5}" destId="{EFBE1EA9-E73C-4D6A-8CEE-D8C13B9F03C0}" srcOrd="0" destOrd="0" presId="urn:microsoft.com/office/officeart/2026/layout/TextCardShortLineNumber"/>
    <dgm:cxn modelId="{39F79840-D8FB-4312-BF76-5998FF7556E8}" type="presParOf" srcId="{6B4F2026-801E-4FE4-B59D-3E0C9F5AB0B5}" destId="{0EF92FB8-EDAB-4B9F-A80B-6DBDDEE2D454}" srcOrd="1" destOrd="0" presId="urn:microsoft.com/office/officeart/2026/layout/TextCardShortLineNumber"/>
    <dgm:cxn modelId="{D3889C85-FE0D-425B-961E-4840FBAFD8B5}" type="presParOf" srcId="{6B4F2026-801E-4FE4-B59D-3E0C9F5AB0B5}" destId="{7C79D11D-0AF4-4BA8-AB91-224A5A3E52D8}" srcOrd="2" destOrd="0" presId="urn:microsoft.com/office/officeart/2026/layout/TextCardShortLineNumber"/>
    <dgm:cxn modelId="{F699A2EF-CC9D-4D6B-B373-E32A73CF8CF5}" type="presParOf" srcId="{6B4F2026-801E-4FE4-B59D-3E0C9F5AB0B5}" destId="{C8BA3E0D-E962-46CC-A8A3-05CF160A7DEF}" srcOrd="3" destOrd="0" presId="urn:microsoft.com/office/officeart/2026/layout/TextCardShortLineNumber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1E501-49DD-4543-BFE0-759DB962420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9C0B69-AD77-44FB-B44C-B88DABAEF752}">
      <dgm:prSet phldrT="[Text]"/>
      <dgm:spPr/>
      <dgm:t>
        <a:bodyPr/>
        <a:lstStyle/>
        <a:p>
          <a:pPr algn="l"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Remaining missing values</a:t>
          </a:r>
        </a:p>
      </dgm:t>
    </dgm:pt>
    <dgm:pt modelId="{D57962CE-DFEC-48EE-A3FA-18CDD8D5F61B}" type="sibTrans" cxnId="{363ED90C-ADFC-47A1-A704-AD98DDF0468D}">
      <dgm:prSet/>
      <dgm:spPr/>
      <dgm:t>
        <a:bodyPr/>
        <a:lstStyle/>
        <a:p>
          <a:endParaRPr lang="en-IN"/>
        </a:p>
      </dgm:t>
    </dgm:pt>
    <dgm:pt modelId="{846EE99A-0BEF-4454-8D81-9D840F793B33}" type="parTrans" cxnId="{363ED90C-ADFC-47A1-A704-AD98DDF0468D}">
      <dgm:prSet/>
      <dgm:spPr/>
      <dgm:t>
        <a:bodyPr/>
        <a:lstStyle/>
        <a:p>
          <a:endParaRPr lang="en-IN"/>
        </a:p>
      </dgm:t>
    </dgm:pt>
    <dgm:pt modelId="{2AB67E5A-9AE8-4BEF-8785-5D8BD092977A}" type="pres">
      <dgm:prSet presAssocID="{CC51E501-49DD-4543-BFE0-759DB9624207}" presName="Name0" presStyleCnt="0">
        <dgm:presLayoutVars>
          <dgm:chMax val="7"/>
          <dgm:chPref val="7"/>
          <dgm:dir/>
        </dgm:presLayoutVars>
      </dgm:prSet>
      <dgm:spPr/>
    </dgm:pt>
    <dgm:pt modelId="{D1B565AF-F909-4B48-8A32-E09D2211610F}" type="pres">
      <dgm:prSet presAssocID="{CC51E501-49DD-4543-BFE0-759DB9624207}" presName="Name1" presStyleCnt="0"/>
      <dgm:spPr/>
    </dgm:pt>
    <dgm:pt modelId="{697D063D-FA87-4D34-A8AC-B1BEC33E0B82}" type="pres">
      <dgm:prSet presAssocID="{CC51E501-49DD-4543-BFE0-759DB9624207}" presName="cycle" presStyleCnt="0"/>
      <dgm:spPr/>
    </dgm:pt>
    <dgm:pt modelId="{E728ABA0-476A-4E3A-B67B-CC0D66BF9582}" type="pres">
      <dgm:prSet presAssocID="{CC51E501-49DD-4543-BFE0-759DB9624207}" presName="srcNode" presStyleLbl="node1" presStyleIdx="0" presStyleCnt="1"/>
      <dgm:spPr/>
    </dgm:pt>
    <dgm:pt modelId="{B89BF042-153B-46EB-B482-61DDC560EBEB}" type="pres">
      <dgm:prSet presAssocID="{CC51E501-49DD-4543-BFE0-759DB9624207}" presName="conn" presStyleLbl="parChTrans1D2" presStyleIdx="0" presStyleCnt="1" custScaleX="124384" custScaleY="148589" custLinFactNeighborX="-11126" custLinFactNeighborY="9557"/>
      <dgm:spPr/>
    </dgm:pt>
    <dgm:pt modelId="{88B65B25-883A-4168-B3AE-2F6C113A3642}" type="pres">
      <dgm:prSet presAssocID="{CC51E501-49DD-4543-BFE0-759DB9624207}" presName="extraNode" presStyleLbl="node1" presStyleIdx="0" presStyleCnt="1"/>
      <dgm:spPr/>
    </dgm:pt>
    <dgm:pt modelId="{E447CAE3-8B51-465E-91AF-FD63F5CFD4D7}" type="pres">
      <dgm:prSet presAssocID="{CC51E501-49DD-4543-BFE0-759DB9624207}" presName="dstNode" presStyleLbl="node1" presStyleIdx="0" presStyleCnt="1"/>
      <dgm:spPr/>
    </dgm:pt>
    <dgm:pt modelId="{22ED29B5-3282-4A2A-9B3A-A2D305EEDB50}" type="pres">
      <dgm:prSet presAssocID="{DD9C0B69-AD77-44FB-B44C-B88DABAEF752}" presName="text_1" presStyleLbl="node1" presStyleIdx="0" presStyleCnt="1" custScaleX="97439" custScaleY="21834" custLinFactNeighborX="-738" custLinFactNeighborY="-86110">
        <dgm:presLayoutVars>
          <dgm:bulletEnabled val="1"/>
        </dgm:presLayoutVars>
      </dgm:prSet>
      <dgm:spPr/>
    </dgm:pt>
    <dgm:pt modelId="{4F884C24-40F3-4CE3-90F9-A66A2724402D}" type="pres">
      <dgm:prSet presAssocID="{DD9C0B69-AD77-44FB-B44C-B88DABAEF752}" presName="accent_1" presStyleCnt="0"/>
      <dgm:spPr/>
    </dgm:pt>
    <dgm:pt modelId="{4E7D0FA8-9358-49E3-A7C1-CE4C6419E07E}" type="pres">
      <dgm:prSet presAssocID="{DD9C0B69-AD77-44FB-B44C-B88DABAEF752}" presName="accentRepeatNode" presStyleLbl="solidFgAcc1" presStyleIdx="0" presStyleCnt="1" custScaleX="19535" custScaleY="21299" custLinFactNeighborX="5350" custLinFactNeighborY="-69962"/>
      <dgm:spPr/>
    </dgm:pt>
  </dgm:ptLst>
  <dgm:cxnLst>
    <dgm:cxn modelId="{363ED90C-ADFC-47A1-A704-AD98DDF0468D}" srcId="{CC51E501-49DD-4543-BFE0-759DB9624207}" destId="{DD9C0B69-AD77-44FB-B44C-B88DABAEF752}" srcOrd="0" destOrd="0" parTransId="{846EE99A-0BEF-4454-8D81-9D840F793B33}" sibTransId="{D57962CE-DFEC-48EE-A3FA-18CDD8D5F61B}"/>
    <dgm:cxn modelId="{F01D1333-75EB-411B-872E-B48535A1B054}" type="presOf" srcId="{D57962CE-DFEC-48EE-A3FA-18CDD8D5F61B}" destId="{B89BF042-153B-46EB-B482-61DDC560EBEB}" srcOrd="0" destOrd="0" presId="urn:microsoft.com/office/officeart/2008/layout/VerticalCurvedList"/>
    <dgm:cxn modelId="{A4F75558-7FBB-41B2-97BA-7F7295025A4C}" type="presOf" srcId="{CC51E501-49DD-4543-BFE0-759DB9624207}" destId="{2AB67E5A-9AE8-4BEF-8785-5D8BD092977A}" srcOrd="0" destOrd="0" presId="urn:microsoft.com/office/officeart/2008/layout/VerticalCurvedList"/>
    <dgm:cxn modelId="{781D05A2-8A2C-4082-ACF6-EAB257382EE7}" type="presOf" srcId="{DD9C0B69-AD77-44FB-B44C-B88DABAEF752}" destId="{22ED29B5-3282-4A2A-9B3A-A2D305EEDB50}" srcOrd="0" destOrd="0" presId="urn:microsoft.com/office/officeart/2008/layout/VerticalCurvedList"/>
    <dgm:cxn modelId="{0B8CD686-6997-4790-A704-D8CFE8F99B13}" type="presParOf" srcId="{2AB67E5A-9AE8-4BEF-8785-5D8BD092977A}" destId="{D1B565AF-F909-4B48-8A32-E09D2211610F}" srcOrd="0" destOrd="0" presId="urn:microsoft.com/office/officeart/2008/layout/VerticalCurvedList"/>
    <dgm:cxn modelId="{0D7F365C-A953-4F64-9150-AD5ED8D229F4}" type="presParOf" srcId="{D1B565AF-F909-4B48-8A32-E09D2211610F}" destId="{697D063D-FA87-4D34-A8AC-B1BEC33E0B82}" srcOrd="0" destOrd="0" presId="urn:microsoft.com/office/officeart/2008/layout/VerticalCurvedList"/>
    <dgm:cxn modelId="{5558535D-44D2-46F5-B907-42E5E13AFD0E}" type="presParOf" srcId="{697D063D-FA87-4D34-A8AC-B1BEC33E0B82}" destId="{E728ABA0-476A-4E3A-B67B-CC0D66BF9582}" srcOrd="0" destOrd="0" presId="urn:microsoft.com/office/officeart/2008/layout/VerticalCurvedList"/>
    <dgm:cxn modelId="{4B95E92A-CFE3-4E28-989B-91B949420201}" type="presParOf" srcId="{697D063D-FA87-4D34-A8AC-B1BEC33E0B82}" destId="{B89BF042-153B-46EB-B482-61DDC560EBEB}" srcOrd="1" destOrd="0" presId="urn:microsoft.com/office/officeart/2008/layout/VerticalCurvedList"/>
    <dgm:cxn modelId="{0F780B60-A7B7-4F83-B31B-DA9E57B579B6}" type="presParOf" srcId="{697D063D-FA87-4D34-A8AC-B1BEC33E0B82}" destId="{88B65B25-883A-4168-B3AE-2F6C113A3642}" srcOrd="2" destOrd="0" presId="urn:microsoft.com/office/officeart/2008/layout/VerticalCurvedList"/>
    <dgm:cxn modelId="{8F9C8C04-99D5-416D-95A1-4724D908C4D7}" type="presParOf" srcId="{697D063D-FA87-4D34-A8AC-B1BEC33E0B82}" destId="{E447CAE3-8B51-465E-91AF-FD63F5CFD4D7}" srcOrd="3" destOrd="0" presId="urn:microsoft.com/office/officeart/2008/layout/VerticalCurvedList"/>
    <dgm:cxn modelId="{8FA06F85-35A0-4C15-B4DC-7EF3EE6F296F}" type="presParOf" srcId="{D1B565AF-F909-4B48-8A32-E09D2211610F}" destId="{22ED29B5-3282-4A2A-9B3A-A2D305EEDB50}" srcOrd="1" destOrd="0" presId="urn:microsoft.com/office/officeart/2008/layout/VerticalCurvedList"/>
    <dgm:cxn modelId="{8E59028D-09DE-4610-A63F-F983F9EF55AE}" type="presParOf" srcId="{D1B565AF-F909-4B48-8A32-E09D2211610F}" destId="{4F884C24-40F3-4CE3-90F9-A66A2724402D}" srcOrd="2" destOrd="0" presId="urn:microsoft.com/office/officeart/2008/layout/VerticalCurvedList"/>
    <dgm:cxn modelId="{96933D7F-81E1-4817-8BCF-01CEC1A761AE}" type="presParOf" srcId="{4F884C24-40F3-4CE3-90F9-A66A2724402D}" destId="{4E7D0FA8-9358-49E3-A7C1-CE4C6419E07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EE6AB-AF42-4596-9BCD-AE549E051110}">
      <dsp:nvSpPr>
        <dsp:cNvPr id="0" name=""/>
        <dsp:cNvSpPr/>
      </dsp:nvSpPr>
      <dsp:spPr>
        <a:xfrm>
          <a:off x="377257" y="247525"/>
          <a:ext cx="665493" cy="45004"/>
        </a:xfrm>
        <a:prstGeom prst="rect">
          <a:avLst/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B1E7D74-A163-4DDB-9093-49F7CABF5355}">
      <dsp:nvSpPr>
        <dsp:cNvPr id="0" name=""/>
        <dsp:cNvSpPr/>
      </dsp:nvSpPr>
      <dsp:spPr>
        <a:xfrm>
          <a:off x="377257" y="416292"/>
          <a:ext cx="2376762" cy="1068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4800" kern="1200"/>
            <a:t>1</a:t>
          </a:r>
        </a:p>
      </dsp:txBody>
      <dsp:txXfrm>
        <a:off x="377257" y="416292"/>
        <a:ext cx="2376762" cy="1068858"/>
      </dsp:txXfrm>
    </dsp:sp>
    <dsp:sp modelId="{9E923609-0220-4DE0-9D55-D950FDC97B5A}">
      <dsp:nvSpPr>
        <dsp:cNvPr id="0" name=""/>
        <dsp:cNvSpPr/>
      </dsp:nvSpPr>
      <dsp:spPr>
        <a:xfrm>
          <a:off x="377257" y="1462648"/>
          <a:ext cx="2376762" cy="84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Feature Engineering</a:t>
          </a:r>
          <a:endParaRPr lang="en-IN" sz="1800" kern="1200" dirty="0"/>
        </a:p>
      </dsp:txBody>
      <dsp:txXfrm>
        <a:off x="377257" y="1462648"/>
        <a:ext cx="2376762" cy="843835"/>
      </dsp:txXfrm>
    </dsp:sp>
    <dsp:sp modelId="{0931B08C-3274-4A45-9CA7-CA58C93CD9C9}">
      <dsp:nvSpPr>
        <dsp:cNvPr id="0" name=""/>
        <dsp:cNvSpPr/>
      </dsp:nvSpPr>
      <dsp:spPr>
        <a:xfrm>
          <a:off x="377257" y="2396494"/>
          <a:ext cx="2376762" cy="2981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New analytical features were created from the cleaned dataset.</a:t>
          </a:r>
        </a:p>
      </dsp:txBody>
      <dsp:txXfrm>
        <a:off x="377257" y="2396494"/>
        <a:ext cx="2376762" cy="2981553"/>
      </dsp:txXfrm>
    </dsp:sp>
    <dsp:sp modelId="{6C760C0B-9356-4573-A6F5-D3936328AA86}">
      <dsp:nvSpPr>
        <dsp:cNvPr id="0" name=""/>
        <dsp:cNvSpPr/>
      </dsp:nvSpPr>
      <dsp:spPr>
        <a:xfrm>
          <a:off x="2934653" y="247525"/>
          <a:ext cx="665493" cy="45004"/>
        </a:xfrm>
        <a:prstGeom prst="rect">
          <a:avLst/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CB50873-8C95-419A-AA86-119F94DCDEAD}">
      <dsp:nvSpPr>
        <dsp:cNvPr id="0" name=""/>
        <dsp:cNvSpPr/>
      </dsp:nvSpPr>
      <dsp:spPr>
        <a:xfrm>
          <a:off x="2934653" y="416292"/>
          <a:ext cx="2376762" cy="1068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4800" kern="1200"/>
            <a:t>2</a:t>
          </a:r>
        </a:p>
      </dsp:txBody>
      <dsp:txXfrm>
        <a:off x="2934653" y="416292"/>
        <a:ext cx="2376762" cy="1068858"/>
      </dsp:txXfrm>
    </dsp:sp>
    <dsp:sp modelId="{1A1FB7A2-7E7E-4304-A350-3EBF15902CF0}">
      <dsp:nvSpPr>
        <dsp:cNvPr id="0" name=""/>
        <dsp:cNvSpPr/>
      </dsp:nvSpPr>
      <dsp:spPr>
        <a:xfrm>
          <a:off x="2934653" y="1462648"/>
          <a:ext cx="2376762" cy="84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b="1" kern="1200" dirty="0"/>
            <a:t>Created features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b="1" kern="1200" dirty="0"/>
            <a:t>Size_MB</a:t>
          </a:r>
          <a:endParaRPr lang="en-IN" sz="1800" kern="1200" dirty="0"/>
        </a:p>
      </dsp:txBody>
      <dsp:txXfrm>
        <a:off x="2934653" y="1462648"/>
        <a:ext cx="2376762" cy="843835"/>
      </dsp:txXfrm>
    </dsp:sp>
    <dsp:sp modelId="{186F0A08-D289-4D73-A29A-34EF2B9CED93}">
      <dsp:nvSpPr>
        <dsp:cNvPr id="0" name=""/>
        <dsp:cNvSpPr/>
      </dsp:nvSpPr>
      <dsp:spPr>
        <a:xfrm>
          <a:off x="2934653" y="2396494"/>
          <a:ext cx="2376762" cy="2981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Converted application size into a common MB unit.</a:t>
          </a:r>
        </a:p>
      </dsp:txBody>
      <dsp:txXfrm>
        <a:off x="2934653" y="2396494"/>
        <a:ext cx="2376762" cy="2981553"/>
      </dsp:txXfrm>
    </dsp:sp>
    <dsp:sp modelId="{23458977-EB48-4D7D-8A7F-BCB2F52D0B5A}">
      <dsp:nvSpPr>
        <dsp:cNvPr id="0" name=""/>
        <dsp:cNvSpPr/>
      </dsp:nvSpPr>
      <dsp:spPr>
        <a:xfrm>
          <a:off x="5492050" y="247525"/>
          <a:ext cx="665493" cy="45004"/>
        </a:xfrm>
        <a:prstGeom prst="rect">
          <a:avLst/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AF35625B-FFC3-4A6E-BE86-E558EAEF3872}">
      <dsp:nvSpPr>
        <dsp:cNvPr id="0" name=""/>
        <dsp:cNvSpPr/>
      </dsp:nvSpPr>
      <dsp:spPr>
        <a:xfrm>
          <a:off x="5492050" y="416292"/>
          <a:ext cx="2376762" cy="1068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4800" kern="1200" dirty="0"/>
            <a:t>3</a:t>
          </a:r>
        </a:p>
      </dsp:txBody>
      <dsp:txXfrm>
        <a:off x="5492050" y="416292"/>
        <a:ext cx="2376762" cy="1068858"/>
      </dsp:txXfrm>
    </dsp:sp>
    <dsp:sp modelId="{8278BB0F-AD1F-413C-A8A1-F7C815DEBBD7}">
      <dsp:nvSpPr>
        <dsp:cNvPr id="0" name=""/>
        <dsp:cNvSpPr/>
      </dsp:nvSpPr>
      <dsp:spPr>
        <a:xfrm>
          <a:off x="5492050" y="1462648"/>
          <a:ext cx="2376762" cy="84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kern="1200" dirty="0"/>
            <a:t>Updated Year</a:t>
          </a:r>
        </a:p>
      </dsp:txBody>
      <dsp:txXfrm>
        <a:off x="5492050" y="1462648"/>
        <a:ext cx="2376762" cy="843835"/>
      </dsp:txXfrm>
    </dsp:sp>
    <dsp:sp modelId="{1AE4E4F1-17A1-4531-AC74-41F06809647C}">
      <dsp:nvSpPr>
        <dsp:cNvPr id="0" name=""/>
        <dsp:cNvSpPr/>
      </dsp:nvSpPr>
      <dsp:spPr>
        <a:xfrm>
          <a:off x="5492050" y="2396494"/>
          <a:ext cx="2376762" cy="2981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Extracted the year from the Last Updated column.</a:t>
          </a:r>
        </a:p>
      </dsp:txBody>
      <dsp:txXfrm>
        <a:off x="5492050" y="2396494"/>
        <a:ext cx="2376762" cy="2981553"/>
      </dsp:txXfrm>
    </dsp:sp>
    <dsp:sp modelId="{EFBE1EA9-E73C-4D6A-8CEE-D8C13B9F03C0}">
      <dsp:nvSpPr>
        <dsp:cNvPr id="0" name=""/>
        <dsp:cNvSpPr/>
      </dsp:nvSpPr>
      <dsp:spPr>
        <a:xfrm>
          <a:off x="8049447" y="247525"/>
          <a:ext cx="665493" cy="45004"/>
        </a:xfrm>
        <a:prstGeom prst="rect">
          <a:avLst/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EF92FB8-EDAB-4B9F-A80B-6DBDDEE2D454}">
      <dsp:nvSpPr>
        <dsp:cNvPr id="0" name=""/>
        <dsp:cNvSpPr/>
      </dsp:nvSpPr>
      <dsp:spPr>
        <a:xfrm>
          <a:off x="8049447" y="416292"/>
          <a:ext cx="2376762" cy="1068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4800" kern="1200"/>
            <a:t>4</a:t>
          </a:r>
        </a:p>
      </dsp:txBody>
      <dsp:txXfrm>
        <a:off x="8049447" y="416292"/>
        <a:ext cx="2376762" cy="1068858"/>
      </dsp:txXfrm>
    </dsp:sp>
    <dsp:sp modelId="{7C79D11D-0AF4-4BA8-AB91-224A5A3E52D8}">
      <dsp:nvSpPr>
        <dsp:cNvPr id="0" name=""/>
        <dsp:cNvSpPr/>
      </dsp:nvSpPr>
      <dsp:spPr>
        <a:xfrm>
          <a:off x="8049447" y="1462648"/>
          <a:ext cx="2376762" cy="84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Updated Month</a:t>
          </a:r>
          <a:endParaRPr lang="en-IN" sz="1800" kern="1200" dirty="0"/>
        </a:p>
      </dsp:txBody>
      <dsp:txXfrm>
        <a:off x="8049447" y="1462648"/>
        <a:ext cx="2376762" cy="843835"/>
      </dsp:txXfrm>
    </dsp:sp>
    <dsp:sp modelId="{C8BA3E0D-E962-46CC-A8A3-05CF160A7DEF}">
      <dsp:nvSpPr>
        <dsp:cNvPr id="0" name=""/>
        <dsp:cNvSpPr/>
      </dsp:nvSpPr>
      <dsp:spPr>
        <a:xfrm>
          <a:off x="8049447" y="2396494"/>
          <a:ext cx="2376762" cy="2981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Extracted the month from the Last Updated column.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8049447" y="2396494"/>
        <a:ext cx="2376762" cy="29815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BF042-153B-46EB-B482-61DDC560EBEB}">
      <dsp:nvSpPr>
        <dsp:cNvPr id="0" name=""/>
        <dsp:cNvSpPr/>
      </dsp:nvSpPr>
      <dsp:spPr>
        <a:xfrm>
          <a:off x="-6770486" y="-2012288"/>
          <a:ext cx="9071932" cy="10837321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ED29B5-3282-4A2A-9B3A-A2D305EEDB50}">
      <dsp:nvSpPr>
        <dsp:cNvPr id="0" name=""/>
        <dsp:cNvSpPr/>
      </dsp:nvSpPr>
      <dsp:spPr>
        <a:xfrm>
          <a:off x="1397002" y="224972"/>
          <a:ext cx="6360523" cy="5590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Remaining missing values</a:t>
          </a:r>
        </a:p>
      </dsp:txBody>
      <dsp:txXfrm>
        <a:off x="1397002" y="224972"/>
        <a:ext cx="6360523" cy="559056"/>
      </dsp:txXfrm>
    </dsp:sp>
    <dsp:sp modelId="{4E7D0FA8-9358-49E3-A7C1-CE4C6419E07E}">
      <dsp:nvSpPr>
        <dsp:cNvPr id="0" name=""/>
        <dsp:cNvSpPr/>
      </dsp:nvSpPr>
      <dsp:spPr>
        <a:xfrm>
          <a:off x="1220203" y="129277"/>
          <a:ext cx="625238" cy="681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Number">
  <dgm:title val=""/>
  <dgm:desc val=""/>
  <dgm:catLst>
    <dgm:cat type="textcard" pri="105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  <dgm:pt modelId="101" type="sibTrans" cxnId="{3ADD3335-AEF4-4644-8E9B-EF2350C80A9B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7191580D-13BA-43C2-9693-D5A46F516DA2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44E294CD-17D1-40CA-87B8-11C98A259AFB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100" srcId="0" destId="10" srcOrd="0" destOrd="0" sibTransId="101"/>
        <dgm:cxn modelId="101" srcId="10" destId="11" srcOrd="0" destOrd="0"/>
        <dgm:cxn modelId="102" srcId="0" destId="20" srcOrd="1" destOrd="0" sibTransId="201"/>
        <dgm:cxn modelId="103" srcId="20" destId="21" srcOrd="0" destOrd="0"/>
        <dgm:cxn modelId="104" srcId="0" destId="30" srcOrd="2" destOrd="0" sibTransId="301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numberText" op="equ" val="48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 refType="h" fact="0.048"/>
          <dgm:constr type="w" for="ch" forName="accentLine" refType="w" fact="0.28"/>
          <dgm:constr type="h" for="ch" forName="accentLine" refType="h" fact="0.008"/>
          <dgm:constr type="l" for="ch" forName="numberText"/>
          <dgm:constr type="t" for="ch" forName="numberText" refType="h" fact="0.078"/>
          <dgm:constr type="w" for="ch" forName="numberText" refType="w"/>
          <dgm:constr type="h" for="ch" forName="numberText" refType="h" fact="0.19"/>
          <dgm:constr type="l" for="ch" forName="titleText"/>
          <dgm:constr type="t" for="ch" forName="titleText" refType="h" fact="0.264"/>
          <dgm:constr type="w" for="ch" forName="titleText" refType="w"/>
          <dgm:constr type="h" for="ch" forName="titleText" refType="h" fact="0.15"/>
          <dgm:constr type="l" for="ch" forName="bodyText"/>
          <dgm:constr type="t" for="ch" forName="bodyText" refType="h" fact="0.43"/>
          <dgm:constr type="w" for="ch" forName="bodyText" refType="w"/>
          <dgm:constr type="h" for="ch" forName="bodyText" refType="h" fact="0.53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forEach name="numForEach" axis="followSib" ptType="sibTrans" hideLastTrans="0" cnt="1">
          <dgm:layoutNode name="numberText" styleLbl="revTx">
            <dgm:varLst>
              <dgm:chMax val="0"/>
              <dgm:chPref val="0"/>
              <dgm:bulletEnabled/>
            </dgm:varLst>
            <dgm:alg type="tx">
              <dgm:param type="txAnchorVert" val="b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24" fact="NaN" max="NaN"/>
            </dgm:ruleLst>
          </dgm:layoutNode>
        </dgm:forEach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01237-F044-47EB-8B71-193EA1ABC43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C938B-5DB4-4186-A3BF-43AEB60EF2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5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C938B-5DB4-4186-A3BF-43AEB60EF2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388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DF63-9E11-8C47-DC28-5ABF6F5B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CA7F3-4998-8214-F3C7-2AE25602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3DF4C-E385-6D1E-C32B-D0FD11809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5D831-FF04-9420-3ADE-B5740EBF9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C938B-5DB4-4186-A3BF-43AEB60EF2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9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EBAB-9A25-7D73-461C-8F839FB0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8835B-9759-5B60-A88D-853EABDC3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6B531-B5D3-EF02-A695-15EA21BAA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EABFE-7496-D288-6BE7-BEF99601D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C938B-5DB4-4186-A3BF-43AEB60EF2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03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CD78-31EF-DF6F-6FC9-130EA5D0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EF817-7F02-0241-D140-7035C3DC1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12A86-5D60-279E-B8BA-F1751E27D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555DF-FFF2-0F63-B0D3-C8A186A10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C938B-5DB4-4186-A3BF-43AEB60EF2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56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61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04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883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43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803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5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83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63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3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41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98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001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2607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8947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79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76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39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5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10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997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526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82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19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3621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26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032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860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3B93397-763B-4762-B34E-5413BCD668A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15919EE-C6BC-4DAE-9CBD-764148E3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1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C98D28-E0E7-05F9-05F4-EB3F09860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5846878" y="497840"/>
            <a:ext cx="6345122" cy="6360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154686-514F-7115-3F28-0A75196B2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0" y="0"/>
            <a:ext cx="5311252" cy="53238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8E04F7-2C37-F7CE-C1AD-85F87FD82BDD}"/>
              </a:ext>
            </a:extLst>
          </p:cNvPr>
          <p:cNvSpPr txBox="1"/>
          <p:nvPr/>
        </p:nvSpPr>
        <p:spPr>
          <a:xfrm>
            <a:off x="3098800" y="1695996"/>
            <a:ext cx="6096000" cy="297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  <a:buNone/>
            </a:pPr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Play Store Data Cleaning &amp; Analysis</a:t>
            </a:r>
          </a:p>
          <a:p>
            <a:pPr algn="ctr">
              <a:lnSpc>
                <a:spcPct val="2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Python, Pandas &amp; Data Visualization</a:t>
            </a:r>
          </a:p>
          <a:p>
            <a:pPr algn="ctr">
              <a:lnSpc>
                <a:spcPct val="2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Obulesu Polisetti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171C6D-46CB-5973-E930-AB18EAC18913}"/>
              </a:ext>
            </a:extLst>
          </p:cNvPr>
          <p:cNvCxnSpPr/>
          <p:nvPr/>
        </p:nvCxnSpPr>
        <p:spPr>
          <a:xfrm>
            <a:off x="3098800" y="3429000"/>
            <a:ext cx="650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32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C5C842-BEBF-69A1-47C6-D77C99041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4" y="3132668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5812D0-6EFD-31F7-86C0-CB1D10D8B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4" y="-4654"/>
            <a:ext cx="3927691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7030AC-11A3-7238-45B3-4D14F9024B71}"/>
              </a:ext>
            </a:extLst>
          </p:cNvPr>
          <p:cNvSpPr txBox="1"/>
          <p:nvPr/>
        </p:nvSpPr>
        <p:spPr>
          <a:xfrm>
            <a:off x="1968499" y="451698"/>
            <a:ext cx="2514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 </a:t>
            </a:r>
          </a:p>
          <a:p>
            <a:pPr>
              <a:buNone/>
            </a:pP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D513A-9013-3C27-4778-0F0659CF56D8}"/>
              </a:ext>
            </a:extLst>
          </p:cNvPr>
          <p:cNvSpPr txBox="1"/>
          <p:nvPr/>
        </p:nvSpPr>
        <p:spPr>
          <a:xfrm>
            <a:off x="1968499" y="1624756"/>
            <a:ext cx="6096000" cy="360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clean, preprocess and Analyze Google Play Store app data using Python.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improvement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handling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development</a:t>
            </a:r>
          </a:p>
        </p:txBody>
      </p:sp>
      <p:pic>
        <p:nvPicPr>
          <p:cNvPr id="11" name="Picture 10" descr="Google Play Store Analysis (EDA). The objective of this project is to… | by  Ritika Singh | Medium">
            <a:extLst>
              <a:ext uri="{FF2B5EF4-FFF2-40B4-BE49-F238E27FC236}">
                <a16:creationId xmlns:a16="http://schemas.microsoft.com/office/drawing/2014/main" id="{6DA5000B-7636-1CDB-9549-067C33C42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66" t="1256" r="12340" b="-1256"/>
          <a:stretch>
            <a:fillRect/>
          </a:stretch>
        </p:blipFill>
        <p:spPr>
          <a:xfrm>
            <a:off x="6545580" y="2690405"/>
            <a:ext cx="4127500" cy="17139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544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C9901-E3FD-8F11-FD9A-4C1DAD54B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8264309" y="2921000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65CB0-18BC-2966-876A-B6DA2C4A0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1" y="0"/>
            <a:ext cx="3927691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D8131-E607-45BD-27BB-9898BFF55BAD}"/>
              </a:ext>
            </a:extLst>
          </p:cNvPr>
          <p:cNvSpPr txBox="1"/>
          <p:nvPr/>
        </p:nvSpPr>
        <p:spPr>
          <a:xfrm>
            <a:off x="3826092" y="358929"/>
            <a:ext cx="48988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Play Store Dataset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49F45-0CAA-3E79-7A01-0F8DEFCAAB31}"/>
              </a:ext>
            </a:extLst>
          </p:cNvPr>
          <p:cNvSpPr txBox="1"/>
          <p:nvPr/>
        </p:nvSpPr>
        <p:spPr>
          <a:xfrm>
            <a:off x="3342640" y="1425729"/>
            <a:ext cx="11369039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information about Android applications available on the Google Play Store.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columns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Rating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Updated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Version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Version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Play Store dataset commonly distributed through Kaggle/GitHub.</a:t>
            </a:r>
          </a:p>
        </p:txBody>
      </p:sp>
      <p:pic>
        <p:nvPicPr>
          <p:cNvPr id="14" name="Picture 13" descr="Analysis of Apps in the Google Play Store | Data Science Blog">
            <a:extLst>
              <a:ext uri="{FF2B5EF4-FFF2-40B4-BE49-F238E27FC236}">
                <a16:creationId xmlns:a16="http://schemas.microsoft.com/office/drawing/2014/main" id="{A06AD028-3F44-C2A6-0492-05E47B90C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96" y="2626058"/>
            <a:ext cx="3769995" cy="25133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455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84C4A-3DC4-AB28-7840-C9FB30FE7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4" y="-4653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45260D-6B11-30E8-A415-D7B59EDAB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6" y="2925655"/>
            <a:ext cx="3927691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4A1E33-BFDC-37FB-2BBE-E4FBD560AC0D}"/>
              </a:ext>
            </a:extLst>
          </p:cNvPr>
          <p:cNvSpPr txBox="1"/>
          <p:nvPr/>
        </p:nvSpPr>
        <p:spPr>
          <a:xfrm>
            <a:off x="1118452" y="1980023"/>
            <a:ext cx="23308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algn="just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  <a:p>
            <a:pPr algn="just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E2E5F-8625-2332-2FBB-3BD162ECF250}"/>
              </a:ext>
            </a:extLst>
          </p:cNvPr>
          <p:cNvSpPr/>
          <p:nvPr/>
        </p:nvSpPr>
        <p:spPr>
          <a:xfrm>
            <a:off x="4135120" y="0"/>
            <a:ext cx="45719" cy="6929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17E8B46-B95E-2724-9F5D-7C9A4598DC3B}"/>
              </a:ext>
            </a:extLst>
          </p:cNvPr>
          <p:cNvSpPr/>
          <p:nvPr/>
        </p:nvSpPr>
        <p:spPr>
          <a:xfrm>
            <a:off x="4084954" y="689293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6438F8E-6023-E1B0-131B-B3BD8E205E75}"/>
              </a:ext>
            </a:extLst>
          </p:cNvPr>
          <p:cNvSpPr/>
          <p:nvPr/>
        </p:nvSpPr>
        <p:spPr>
          <a:xfrm>
            <a:off x="4084954" y="1234758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DC63887-C718-F054-AA5A-B65D7B006662}"/>
              </a:ext>
            </a:extLst>
          </p:cNvPr>
          <p:cNvSpPr/>
          <p:nvPr/>
        </p:nvSpPr>
        <p:spPr>
          <a:xfrm>
            <a:off x="4084954" y="1780223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DCF50ED-4FAF-6FC9-FDD6-6477E9C37C3C}"/>
              </a:ext>
            </a:extLst>
          </p:cNvPr>
          <p:cNvSpPr/>
          <p:nvPr/>
        </p:nvSpPr>
        <p:spPr>
          <a:xfrm>
            <a:off x="4084954" y="2326323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DC2E813D-7AC2-914C-CC17-BD56D1FFDF0D}"/>
              </a:ext>
            </a:extLst>
          </p:cNvPr>
          <p:cNvSpPr/>
          <p:nvPr/>
        </p:nvSpPr>
        <p:spPr>
          <a:xfrm>
            <a:off x="4084954" y="2871788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944293B4-1409-17EA-C55B-FFA3B85CA0C9}"/>
              </a:ext>
            </a:extLst>
          </p:cNvPr>
          <p:cNvSpPr/>
          <p:nvPr/>
        </p:nvSpPr>
        <p:spPr>
          <a:xfrm>
            <a:off x="4084954" y="3417253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B909406-7BAD-1171-C618-D3B10261D743}"/>
              </a:ext>
            </a:extLst>
          </p:cNvPr>
          <p:cNvSpPr/>
          <p:nvPr/>
        </p:nvSpPr>
        <p:spPr>
          <a:xfrm>
            <a:off x="4084954" y="3962718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FB9863C4-235B-2614-7F08-46CE47C36ECA}"/>
              </a:ext>
            </a:extLst>
          </p:cNvPr>
          <p:cNvSpPr/>
          <p:nvPr/>
        </p:nvSpPr>
        <p:spPr>
          <a:xfrm>
            <a:off x="4084954" y="4508183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8D57211D-BA07-E9AE-F6B4-16AB111B0D8C}"/>
              </a:ext>
            </a:extLst>
          </p:cNvPr>
          <p:cNvSpPr/>
          <p:nvPr/>
        </p:nvSpPr>
        <p:spPr>
          <a:xfrm>
            <a:off x="4077333" y="5053648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87D68FA0-E79E-A5E4-44C3-853ED280B5CE}"/>
              </a:ext>
            </a:extLst>
          </p:cNvPr>
          <p:cNvSpPr/>
          <p:nvPr/>
        </p:nvSpPr>
        <p:spPr>
          <a:xfrm>
            <a:off x="4077333" y="5594985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C9A65031-CDB9-747C-A288-86C3DAB06858}"/>
              </a:ext>
            </a:extLst>
          </p:cNvPr>
          <p:cNvSpPr/>
          <p:nvPr/>
        </p:nvSpPr>
        <p:spPr>
          <a:xfrm>
            <a:off x="4090034" y="6144578"/>
            <a:ext cx="146050" cy="1282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91CCE1-DBEC-FFC3-862E-C1ACABB1FBCE}"/>
              </a:ext>
            </a:extLst>
          </p:cNvPr>
          <p:cNvSpPr txBox="1"/>
          <p:nvPr/>
        </p:nvSpPr>
        <p:spPr>
          <a:xfrm>
            <a:off x="4281170" y="378036"/>
            <a:ext cx="6096000" cy="610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duplicate records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app records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numerical ratings using the median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categorical values using the mode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unnecessary symbols from numeric fields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Reviews to numeric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Installs to numeric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 to numeric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Size into MB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Last Updated into datetime format</a:t>
            </a:r>
          </a:p>
        </p:txBody>
      </p:sp>
    </p:spTree>
    <p:extLst>
      <p:ext uri="{BB962C8B-B14F-4D97-AF65-F5344CB8AC3E}">
        <p14:creationId xmlns:p14="http://schemas.microsoft.com/office/powerpoint/2010/main" val="314854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5B7E-554B-297D-C1C8-F87D8AEA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3C67C-7DD5-39C5-F1D9-4DAC4638A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8264309" y="2921000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21A147-63B4-D467-DF05-D14CF51AA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1" y="0"/>
            <a:ext cx="3927691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696E60-CCE2-F3B7-FF2C-C05366155463}"/>
              </a:ext>
            </a:extLst>
          </p:cNvPr>
          <p:cNvSpPr txBox="1"/>
          <p:nvPr/>
        </p:nvSpPr>
        <p:spPr>
          <a:xfrm>
            <a:off x="3826092" y="358929"/>
            <a:ext cx="4898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3EEBC1C-9A22-CABB-394C-0BCB74C8A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187978"/>
              </p:ext>
            </p:extLst>
          </p:nvPr>
        </p:nvGraphicFramePr>
        <p:xfrm>
          <a:off x="1051563" y="1589460"/>
          <a:ext cx="10803467" cy="5625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758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69A3-3A5E-1B58-D978-AE6C3ABD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426B7-C06F-3FAA-BA8F-19034A075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4" y="-4653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71369-5CCA-E4E2-2A5B-A17400585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6" y="2925655"/>
            <a:ext cx="3927691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B8140E-9F41-96AD-B296-C29E92C75CAF}"/>
              </a:ext>
            </a:extLst>
          </p:cNvPr>
          <p:cNvSpPr txBox="1"/>
          <p:nvPr/>
        </p:nvSpPr>
        <p:spPr>
          <a:xfrm>
            <a:off x="1118452" y="1980023"/>
            <a:ext cx="26153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Validation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71BEF1-762B-77D8-2AFC-59852A2E5BEF}"/>
              </a:ext>
            </a:extLst>
          </p:cNvPr>
          <p:cNvGrpSpPr/>
          <p:nvPr/>
        </p:nvGrpSpPr>
        <p:grpSpPr>
          <a:xfrm>
            <a:off x="5140232" y="3101556"/>
            <a:ext cx="1911535" cy="654887"/>
            <a:chOff x="4443037" y="3080751"/>
            <a:chExt cx="1911535" cy="65488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43FCCF-D562-A64B-63EF-4583996A291B}"/>
                </a:ext>
              </a:extLst>
            </p:cNvPr>
            <p:cNvSpPr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4A9B2E-2434-1402-E721-51E8FA62D0DA}"/>
                </a:ext>
              </a:extLst>
            </p:cNvPr>
            <p:cNvSpPr txBox="1"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IN" sz="2000" kern="12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20FD04-573A-419E-9885-1472436E7F61}"/>
              </a:ext>
            </a:extLst>
          </p:cNvPr>
          <p:cNvGrpSpPr/>
          <p:nvPr/>
        </p:nvGrpSpPr>
        <p:grpSpPr>
          <a:xfrm>
            <a:off x="5292632" y="3253956"/>
            <a:ext cx="1911535" cy="654887"/>
            <a:chOff x="4443037" y="3080751"/>
            <a:chExt cx="1911535" cy="6548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BC1240-3F19-E017-C50C-423602E26AAB}"/>
                </a:ext>
              </a:extLst>
            </p:cNvPr>
            <p:cNvSpPr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96BFB1-F4D7-FC5F-21CB-6431D3ADE233}"/>
                </a:ext>
              </a:extLst>
            </p:cNvPr>
            <p:cNvSpPr txBox="1"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IN" sz="2000" kern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156EE1-D0B4-C26A-9652-A4FCA1573E15}"/>
              </a:ext>
            </a:extLst>
          </p:cNvPr>
          <p:cNvGrpSpPr/>
          <p:nvPr/>
        </p:nvGrpSpPr>
        <p:grpSpPr>
          <a:xfrm>
            <a:off x="5445032" y="3406356"/>
            <a:ext cx="1911535" cy="654887"/>
            <a:chOff x="4443037" y="3080751"/>
            <a:chExt cx="1911535" cy="65488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672FF62-E721-F48C-C4D0-3BD2505431D0}"/>
                </a:ext>
              </a:extLst>
            </p:cNvPr>
            <p:cNvSpPr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0F81B0-90DC-6602-4151-A69B1BB59E5E}"/>
                </a:ext>
              </a:extLst>
            </p:cNvPr>
            <p:cNvSpPr txBox="1"/>
            <p:nvPr/>
          </p:nvSpPr>
          <p:spPr>
            <a:xfrm>
              <a:off x="4443037" y="3080751"/>
              <a:ext cx="1911535" cy="654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IN" sz="2000" kern="1200"/>
            </a:p>
          </p:txBody>
        </p:sp>
      </p:grp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A977D9C-FA6A-7BE8-86E2-9D8BDF0EC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590719"/>
              </p:ext>
            </p:extLst>
          </p:nvPr>
        </p:nvGraphicFramePr>
        <p:xfrm>
          <a:off x="2336799" y="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5F8F23CF-D67E-13F6-64F1-7CB91817ACB0}"/>
              </a:ext>
            </a:extLst>
          </p:cNvPr>
          <p:cNvGrpSpPr/>
          <p:nvPr/>
        </p:nvGrpSpPr>
        <p:grpSpPr>
          <a:xfrm>
            <a:off x="4176306" y="984575"/>
            <a:ext cx="5939967" cy="559056"/>
            <a:chOff x="1397002" y="224972"/>
            <a:chExt cx="6360523" cy="5590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D6A14A-098D-6EE6-B17C-1939EB690B2A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C652D59-83D5-A932-539F-BC02ED23E143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lvl="0" defTabSz="1289050">
                <a:spcBef>
                  <a:spcPct val="0"/>
                </a:spcBef>
                <a:spcAft>
                  <a:spcPct val="35000"/>
                </a:spcAft>
              </a:pPr>
              <a:r>
                <a:rPr lang="en-IN" sz="3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Duplicate records</a:t>
              </a:r>
              <a:endParaRPr lang="en-IN" sz="3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F7882754-31F2-4DAF-12B1-80F5A5ADB594}"/>
              </a:ext>
            </a:extLst>
          </p:cNvPr>
          <p:cNvSpPr/>
          <p:nvPr/>
        </p:nvSpPr>
        <p:spPr>
          <a:xfrm>
            <a:off x="3863687" y="943958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32EA0E-C015-4684-C6C0-42B3E035A6D3}"/>
              </a:ext>
            </a:extLst>
          </p:cNvPr>
          <p:cNvGrpSpPr/>
          <p:nvPr/>
        </p:nvGrpSpPr>
        <p:grpSpPr>
          <a:xfrm>
            <a:off x="4488925" y="1814622"/>
            <a:ext cx="5627348" cy="559056"/>
            <a:chOff x="1397002" y="224972"/>
            <a:chExt cx="6360523" cy="55905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0FD4D8-EC70-48D0-7C41-7729E4AC46BB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9BADB6-FC2A-E80B-9D51-3D47DA4EC860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lvl="0" defTabSz="1289050">
                <a:spcBef>
                  <a:spcPct val="0"/>
                </a:spcBef>
                <a:spcAft>
                  <a:spcPct val="35000"/>
                </a:spcAft>
              </a:pPr>
              <a:r>
                <a:rPr lang="en-IN" sz="3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Invalid Ratings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E8AE3C3-54FE-303B-20D6-2DB1437A913C}"/>
              </a:ext>
            </a:extLst>
          </p:cNvPr>
          <p:cNvGrpSpPr/>
          <p:nvPr/>
        </p:nvGrpSpPr>
        <p:grpSpPr>
          <a:xfrm>
            <a:off x="4600652" y="2711279"/>
            <a:ext cx="5511830" cy="559056"/>
            <a:chOff x="1397002" y="224972"/>
            <a:chExt cx="6360523" cy="55905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BBCD83C-646C-7E80-3198-7BE478727751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20E5028-0357-44F5-9E09-9D5FE029A4BD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lvl="0" defTabSz="1289050">
                <a:spcBef>
                  <a:spcPct val="0"/>
                </a:spcBef>
                <a:spcAft>
                  <a:spcPct val="35000"/>
                </a:spcAft>
              </a:pPr>
              <a:r>
                <a:rPr lang="en-IN" sz="3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Reviews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F41064-9340-1300-A810-BAF197C49148}"/>
              </a:ext>
            </a:extLst>
          </p:cNvPr>
          <p:cNvGrpSpPr/>
          <p:nvPr/>
        </p:nvGrpSpPr>
        <p:grpSpPr>
          <a:xfrm>
            <a:off x="4488925" y="3660612"/>
            <a:ext cx="5627348" cy="559056"/>
            <a:chOff x="1397002" y="224972"/>
            <a:chExt cx="6360523" cy="55905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B9B6FF-54FA-9BF9-A852-F6A5418A6B88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A49E8B-5147-EF0D-7741-78F4F567A311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Installs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A0C3415-4313-91BD-35FF-38DE17E36B60}"/>
              </a:ext>
            </a:extLst>
          </p:cNvPr>
          <p:cNvGrpSpPr/>
          <p:nvPr/>
        </p:nvGrpSpPr>
        <p:grpSpPr>
          <a:xfrm>
            <a:off x="4485134" y="4592123"/>
            <a:ext cx="5627348" cy="559056"/>
            <a:chOff x="1397002" y="224972"/>
            <a:chExt cx="6360523" cy="55905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BFC68D8-1E06-0754-4206-1C08028C9B26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732D2A-5BDE-F0A1-7B3B-839577132769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Negative Prices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AAD6992-5960-CF46-36FD-EF375DEBB909}"/>
              </a:ext>
            </a:extLst>
          </p:cNvPr>
          <p:cNvGrpSpPr/>
          <p:nvPr/>
        </p:nvGrpSpPr>
        <p:grpSpPr>
          <a:xfrm>
            <a:off x="4159800" y="5418667"/>
            <a:ext cx="5939967" cy="559056"/>
            <a:chOff x="1397002" y="224972"/>
            <a:chExt cx="6360523" cy="55905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E75457-DEC6-E1FF-5518-E9899E7EBDF0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7ADC500-F692-5488-1294-F9B1BD58C552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Incorrect data types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B2DCDB8-F394-EDB8-136B-9A988C24CDD2}"/>
              </a:ext>
            </a:extLst>
          </p:cNvPr>
          <p:cNvGrpSpPr/>
          <p:nvPr/>
        </p:nvGrpSpPr>
        <p:grpSpPr>
          <a:xfrm>
            <a:off x="3863687" y="6236804"/>
            <a:ext cx="6248795" cy="559056"/>
            <a:chOff x="1397002" y="224972"/>
            <a:chExt cx="6360523" cy="55905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9FA42BA-4EDA-442B-6AC5-60F50AAFAC9B}"/>
                </a:ext>
              </a:extLst>
            </p:cNvPr>
            <p:cNvSpPr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6975EA-78CF-46C9-2C57-4F39058D963C}"/>
                </a:ext>
              </a:extLst>
            </p:cNvPr>
            <p:cNvSpPr txBox="1"/>
            <p:nvPr/>
          </p:nvSpPr>
          <p:spPr>
            <a:xfrm>
              <a:off x="1397002" y="224972"/>
              <a:ext cx="6360523" cy="559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50533" tIns="73660" rIns="73660" bIns="73660" numCol="1" spcCol="1270" anchor="ctr" anchorCtr="0">
              <a:noAutofit/>
            </a:bodyPr>
            <a:lstStyle/>
            <a:p>
              <a:pPr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Incosistent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text formatting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9F42234D-B170-98A8-74A1-4AB0D086F891}"/>
              </a:ext>
            </a:extLst>
          </p:cNvPr>
          <p:cNvSpPr/>
          <p:nvPr/>
        </p:nvSpPr>
        <p:spPr>
          <a:xfrm>
            <a:off x="4172515" y="1811375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B6CB26E-0C1B-3EEE-D3AE-7D94CB1D7006}"/>
              </a:ext>
            </a:extLst>
          </p:cNvPr>
          <p:cNvSpPr/>
          <p:nvPr/>
        </p:nvSpPr>
        <p:spPr>
          <a:xfrm>
            <a:off x="4265541" y="2676297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3F31FF0-6527-E3EF-8553-5737EBDDECE4}"/>
              </a:ext>
            </a:extLst>
          </p:cNvPr>
          <p:cNvSpPr/>
          <p:nvPr/>
        </p:nvSpPr>
        <p:spPr>
          <a:xfrm>
            <a:off x="4288033" y="3599292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45ABA3D-17C0-5880-3AC8-322FF45EA4BB}"/>
              </a:ext>
            </a:extLst>
          </p:cNvPr>
          <p:cNvSpPr/>
          <p:nvPr/>
        </p:nvSpPr>
        <p:spPr>
          <a:xfrm>
            <a:off x="4166340" y="4495672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84115D7-AACE-712B-1BE3-2D42ABB6935C}"/>
              </a:ext>
            </a:extLst>
          </p:cNvPr>
          <p:cNvSpPr/>
          <p:nvPr/>
        </p:nvSpPr>
        <p:spPr>
          <a:xfrm>
            <a:off x="3845754" y="5319118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C46ED1F-175D-41A1-3FEC-1E4481ED3CB9}"/>
              </a:ext>
            </a:extLst>
          </p:cNvPr>
          <p:cNvSpPr/>
          <p:nvPr/>
        </p:nvSpPr>
        <p:spPr>
          <a:xfrm>
            <a:off x="3421181" y="6142564"/>
            <a:ext cx="625238" cy="681696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17585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636D-848B-B0F0-702C-1FAC4FC8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2D705-4A25-7885-AFFF-7E1D29371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8264309" y="2921000"/>
            <a:ext cx="3927691" cy="393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70F10-F7AE-2635-9B6D-D5A809DF8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0" y="-9307"/>
            <a:ext cx="3927691" cy="393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0AE6E-BC77-E57D-A0FB-00F6437DD974}"/>
              </a:ext>
            </a:extLst>
          </p:cNvPr>
          <p:cNvSpPr txBox="1"/>
          <p:nvPr/>
        </p:nvSpPr>
        <p:spPr>
          <a:xfrm>
            <a:off x="1963845" y="533403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6D94FD-B960-CD8E-E1BE-60D5BFB04AE6}"/>
              </a:ext>
            </a:extLst>
          </p:cNvPr>
          <p:cNvSpPr txBox="1"/>
          <p:nvPr/>
        </p:nvSpPr>
        <p:spPr>
          <a:xfrm>
            <a:off x="1963845" y="1208360"/>
            <a:ext cx="6094070" cy="444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App Category Distribution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Top 10 App Categories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dirty="0"/>
              <a:t>Discuss: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apps by category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Categories with higher representation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Distribution of applications across categories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Use the actual chart generated from your cleaned dataset.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7F1E60-B805-BE59-15E8-AEB3892C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643" y="1569244"/>
            <a:ext cx="3943294" cy="24906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27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630DC-437F-8708-A664-F2A8421E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4A9B0-1F35-F489-D8A9-9E1475E83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4" y="-4653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8E38A0-E918-0FA0-6FD8-F75D0677C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6" y="2925655"/>
            <a:ext cx="3927691" cy="393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D6FD21-D4E9-4193-4D4A-BD6329A6073A}"/>
              </a:ext>
            </a:extLst>
          </p:cNvPr>
          <p:cNvSpPr txBox="1"/>
          <p:nvPr/>
        </p:nvSpPr>
        <p:spPr>
          <a:xfrm>
            <a:off x="1466134" y="432668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A89AB-390E-E5D4-19E7-B118D5B5B867}"/>
              </a:ext>
            </a:extLst>
          </p:cNvPr>
          <p:cNvSpPr txBox="1"/>
          <p:nvPr/>
        </p:nvSpPr>
        <p:spPr>
          <a:xfrm>
            <a:off x="1466134" y="931361"/>
            <a:ext cx="6094070" cy="499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App Rating Distribution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Rating Distribution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dirty="0"/>
              <a:t>Discuss: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Distribution of app ratings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Concentration of ratings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Presence of unusually low/high ratings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Overall rating pattern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Do not claim a specific average unless it comes from your actual output.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2154EB-2452-B4EE-147E-95EDBD0B1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092" y="1063610"/>
            <a:ext cx="3937001" cy="25388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44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9EC7-4BD8-0B10-082C-602E0381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A5A91-62CE-B5F1-B811-3710948A4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8264309" y="2921000"/>
            <a:ext cx="3927691" cy="393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9A9EB-E99B-2220-CCF3-C6C0BD0CC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0" y="-9307"/>
            <a:ext cx="3927691" cy="393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D2256B-2E65-1DC0-FD3D-C12B59632714}"/>
              </a:ext>
            </a:extLst>
          </p:cNvPr>
          <p:cNvSpPr txBox="1"/>
          <p:nvPr/>
        </p:nvSpPr>
        <p:spPr>
          <a:xfrm>
            <a:off x="1963845" y="938302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vs Paid Apps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285E1-8AD7-922A-87A9-BD00BA82EE52}"/>
              </a:ext>
            </a:extLst>
          </p:cNvPr>
          <p:cNvSpPr txBox="1"/>
          <p:nvPr/>
        </p:nvSpPr>
        <p:spPr>
          <a:xfrm>
            <a:off x="1963845" y="1569244"/>
            <a:ext cx="6140368" cy="388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Pricing Analysis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Free vs Paid Apps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dirty="0"/>
              <a:t>Analyze: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free applications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paid applications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Proportion of free vs paid apps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Pricing distribution among paid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87145C-9115-A916-33A7-C961D0247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64" y="1608148"/>
            <a:ext cx="3662829" cy="28175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453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05A7-0862-A322-1907-90092D60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10EA0-1F7D-545C-16C7-490EE8845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4" y="-4653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4D5826-31AE-9052-60B0-94FF9DEF4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6" y="2925655"/>
            <a:ext cx="3927691" cy="393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146E87-C476-DB65-8665-0CEC580F841F}"/>
              </a:ext>
            </a:extLst>
          </p:cNvPr>
          <p:cNvSpPr txBox="1"/>
          <p:nvPr/>
        </p:nvSpPr>
        <p:spPr>
          <a:xfrm>
            <a:off x="1489283" y="293478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&amp; Reviews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98AF9-78FA-F082-E81C-15B2D6C09DE7}"/>
              </a:ext>
            </a:extLst>
          </p:cNvPr>
          <p:cNvSpPr txBox="1"/>
          <p:nvPr/>
        </p:nvSpPr>
        <p:spPr>
          <a:xfrm>
            <a:off x="1489283" y="924420"/>
            <a:ext cx="6094070" cy="499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User Engagement Analysis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Charts: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Top Installed Apps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Reviews vs Rating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Analyze the relationship between: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Reviews → User engagement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Installs → App reach</a:t>
            </a:r>
            <a:endParaRPr lang="en-IN" dirty="0"/>
          </a:p>
          <a:p>
            <a:pPr>
              <a:lnSpc>
                <a:spcPct val="200000"/>
              </a:lnSpc>
              <a:buNone/>
            </a:pPr>
            <a:r>
              <a:rPr lang="en-IN" dirty="0"/>
              <a:t>Use your actual results rather than assuming that higher ratings automatically mean higher installs.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E3A54-9B83-6B95-2382-8027F6E54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24420"/>
            <a:ext cx="4350959" cy="35660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68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2B07-959A-0080-D1EB-59862A82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132EFC-EC11-E794-7093-F9EE43383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>
            <a:off x="8264309" y="2921000"/>
            <a:ext cx="3927691" cy="393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A23DF7-0D45-A2D2-EBD2-F2BB03CCA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0800000">
            <a:off x="0" y="0"/>
            <a:ext cx="3927691" cy="393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1CA460-1460-B742-C41A-9BDD5C30614D}"/>
              </a:ext>
            </a:extLst>
          </p:cNvPr>
          <p:cNvSpPr txBox="1"/>
          <p:nvPr/>
        </p:nvSpPr>
        <p:spPr>
          <a:xfrm>
            <a:off x="1685117" y="161623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36629-A285-3DE2-55FC-4AA72FE30866}"/>
              </a:ext>
            </a:extLst>
          </p:cNvPr>
          <p:cNvSpPr txBox="1"/>
          <p:nvPr/>
        </p:nvSpPr>
        <p:spPr>
          <a:xfrm>
            <a:off x="1685117" y="591244"/>
            <a:ext cx="6094070" cy="610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Interactive Python Dashboard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The dashboard provides: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KPI cards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Category filters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Rating distribution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Free vs Paid analysis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Installation analysis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Review analysis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App-size analysis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Interactive data table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Technology:</a:t>
            </a:r>
            <a:r>
              <a:rPr lang="en-IN" dirty="0"/>
              <a:t> Python + </a:t>
            </a:r>
            <a:r>
              <a:rPr lang="en-IN" dirty="0" err="1"/>
              <a:t>Streamlit</a:t>
            </a:r>
            <a:r>
              <a:rPr lang="en-IN" dirty="0"/>
              <a:t> + Plotly + Pandas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28E1F7-7D73-4094-C009-D39892E2A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2233"/>
            <a:ext cx="5035900" cy="33572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651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1884-2361-F95E-1328-AA2B0576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30CBA-BAD6-C7B9-047F-0F596C564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16200000">
            <a:off x="8259653" y="-4654"/>
            <a:ext cx="3927691" cy="393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1585E4-F7CE-7E17-26DA-36BE028FD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3119" r="39386" b="28024"/>
          <a:stretch>
            <a:fillRect/>
          </a:stretch>
        </p:blipFill>
        <p:spPr>
          <a:xfrm rot="5400000">
            <a:off x="4656" y="2925655"/>
            <a:ext cx="3927691" cy="3937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AFA93C-8617-4286-1E98-5C3C6D79C4EF}"/>
              </a:ext>
            </a:extLst>
          </p:cNvPr>
          <p:cNvSpPr txBox="1"/>
          <p:nvPr/>
        </p:nvSpPr>
        <p:spPr>
          <a:xfrm>
            <a:off x="1489283" y="293478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D154B-71AB-4FDB-2552-8925240BCE77}"/>
              </a:ext>
            </a:extLst>
          </p:cNvPr>
          <p:cNvSpPr txBox="1"/>
          <p:nvPr/>
        </p:nvSpPr>
        <p:spPr>
          <a:xfrm>
            <a:off x="1489283" y="1121190"/>
            <a:ext cx="10007277" cy="502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This project demonstrates a complete data analytics workflow starting from raw data and progressing through: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Data Collection → Data Cleaning → Transformation → Feature Engineering → EDA → Visualization → Dashboard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The project improved the usability of the Google Play Store dataset and created a foundation for further business-oriented analysis.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Future Scope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 app ratings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Analyze app success factors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Build recommendation systems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 statistical testing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machine-learning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249143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578A7-F789-D1D3-8B97-BBADF8EB1E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8" t="11645" r="8356" b="15273"/>
          <a:stretch>
            <a:fillRect/>
          </a:stretch>
        </p:blipFill>
        <p:spPr>
          <a:xfrm>
            <a:off x="-162046" y="-55812"/>
            <a:ext cx="12354046" cy="691381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001C7F-1926-C360-A639-BFBD4C4E14F8}"/>
              </a:ext>
            </a:extLst>
          </p:cNvPr>
          <p:cNvSpPr txBox="1"/>
          <p:nvPr/>
        </p:nvSpPr>
        <p:spPr>
          <a:xfrm>
            <a:off x="3871514" y="2307473"/>
            <a:ext cx="428692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2BFC8F-7376-7244-033B-F4382C302DF6}"/>
              </a:ext>
            </a:extLst>
          </p:cNvPr>
          <p:cNvSpPr txBox="1"/>
          <p:nvPr/>
        </p:nvSpPr>
        <p:spPr>
          <a:xfrm>
            <a:off x="2927429" y="2861503"/>
            <a:ext cx="6175094" cy="135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Python, Pandas &amp; Data Visualization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Obulesu Polisetti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0A5F97-B61B-ECE0-EFFF-9E6E5C9CDBC1}"/>
              </a:ext>
            </a:extLst>
          </p:cNvPr>
          <p:cNvCxnSpPr/>
          <p:nvPr/>
        </p:nvCxnSpPr>
        <p:spPr>
          <a:xfrm>
            <a:off x="3163168" y="3776755"/>
            <a:ext cx="650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41192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210</TotalTime>
  <Words>519</Words>
  <Application>Microsoft Office PowerPoint</Application>
  <PresentationFormat>Widescreen</PresentationFormat>
  <Paragraphs>131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Neue Haas Grotesk Text Pro</vt:lpstr>
      <vt:lpstr>Times New Roman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Lovely obulesh</dc:creator>
  <cp:lastModifiedBy>Lovely obulesh</cp:lastModifiedBy>
  <cp:revision>1</cp:revision>
  <dcterms:created xsi:type="dcterms:W3CDTF">2026-10-03T14:23:27Z</dcterms:created>
  <dcterms:modified xsi:type="dcterms:W3CDTF">2026-10-03T17:53:51Z</dcterms:modified>
</cp:coreProperties>
</file>